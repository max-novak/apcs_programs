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95" r:id="rId2"/>
    <p:sldId id="290" r:id="rId3"/>
    <p:sldId id="289" r:id="rId4"/>
    <p:sldId id="279" r:id="rId5"/>
    <p:sldId id="296" r:id="rId6"/>
    <p:sldId id="297" r:id="rId7"/>
    <p:sldId id="298" r:id="rId8"/>
    <p:sldId id="282" r:id="rId9"/>
    <p:sldId id="281" r:id="rId10"/>
    <p:sldId id="284" r:id="rId11"/>
    <p:sldId id="285" r:id="rId12"/>
    <p:sldId id="299" r:id="rId13"/>
    <p:sldId id="286" r:id="rId14"/>
    <p:sldId id="287" r:id="rId15"/>
    <p:sldId id="288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C3399"/>
    <a:srgbClr val="E8B6DD"/>
    <a:srgbClr val="6600CC"/>
    <a:srgbClr val="FF99FF"/>
    <a:srgbClr val="AFC7EF"/>
    <a:srgbClr val="008000"/>
    <a:srgbClr val="612494"/>
    <a:srgbClr val="006699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1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8EC3A1C-58D3-4FC6-8DBC-C63C99B96AD2}" type="datetimeFigureOut">
              <a:rPr lang="en-US" smtClean="0"/>
              <a:pPr/>
              <a:t>9/6/2016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A8FACBC-FDED-4885-8F61-4422FD8E0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675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0:54:34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9723 3770 0,'-25'-24'16,"1"-1"-1,-1 25 1,0 0-1,-25 25 1,25-1 0,1 1-1,-1 25 1,0 24 0,0 1-1,0-26 1,25 26-1,25-26 1,0 1 0,0-25-1,24-1 1,1-24 0,0 0-1,-1-24 1,26-1-1,-26-50 1,1 1 0</inkml:trace>
  <inkml:trace contextRef="#ctx0" brushRef="#br0" timeOffset="521.4375">10046 3820 0,'-75'74'15,"50"-24"1,1 24-1,-1-24 1,50 0 0,-25-26-1,24 1 1,26 0 0,-25-25-1,24-25 1,1 0-1,0-49 1,-26 24 0,1-24-1,-25 24 1,0 1 0,-25 24-1,-24 0 1,-1 25-1,-24 25 1,49-25 0,0 25-1,0 24 1</inkml:trace>
  <inkml:trace contextRef="#ctx0" brushRef="#br0" timeOffset="1122.356">10492 3770 0,'-74'0'15,"24"25"1,25 0-16,0 0 16,25 0-1,25-1 16,0 1-31,0 0 16,24 0 0,1 24-1,24-49 1,-24 50 0,0-25-1,-50 0 1,25 24-1,-50 1 1,0-25 15,0-1-15,-25-24 0,1 0-1,24-24 1,-25-1-1,26 0 1,-1 25 0</inkml:trace>
  <inkml:trace contextRef="#ctx0" brushRef="#br0" timeOffset="2078.5151">11286 3646 0,'-50'0'16,"1"25"0,24 0-1,-25 25 1,25 24 0,1 0-1,-1 26 1,25-26-1,0 0 17,25 1-17,-1-50 1,1 24 0,25-49-1,24 0 1,-24-25 15,-1 1-15,1-51-1,0 26 1,-26-26 0,1 26-1,-25-26 1,0 26-1,-25-1 1,1 0 0,-26 1-1,0-1 17,26 50-17,-26-25-15,25 50 16,-24 0-1</inkml:trace>
  <inkml:trace contextRef="#ctx0" brushRef="#br0" timeOffset="2798.2913">11782 3944 0,'50'0'32,"-1"0"-17,26 0 1,-26 0-1,1 0 1,-1 0 0,-24 0-1,-50 25 32</inkml:trace>
  <inkml:trace contextRef="#ctx0" brushRef="#br0" timeOffset="3085.064">11782 4093 0,'124'0'15,"-74"0"1,24 0 0,-24 0-1,-1 0 1</inkml:trace>
  <inkml:trace contextRef="#ctx0" brushRef="#br0" timeOffset="7505.9639">12948 3646 0,'25'100'32,"-25"-51"-32,0 1 31,0 24-16,0 1 1,0-1 0,0 25-1,0-24 1,24-1 0,-24 0-1,0 1 1,0-26-1,25 1 1,-25-25 15</inkml:trace>
  <inkml:trace contextRef="#ctx0" brushRef="#br0" timeOffset="9152.7604">12824 3795 0,'25'-25'62,"24"-24"-15,-49 24-16,25 0 16,0 25-31</inkml:trace>
  <inkml:trace contextRef="#ctx0" brushRef="#br0" timeOffset="10305.6924">12973 4638 0,'-50'0'32,"0"0"-1,26 0 16,73 0 15,-24 0-46,0 0 0,0 0-1,24 0 1,-24 0-1,25 0 1,-26 0 0,1 0 15,-25-24 0</inkml:trace>
  <inkml:trace contextRef="#ctx0" brushRef="#br0" timeOffset="12714.3565">12476 3373 0,'0'50'16,"0"-25"0,0 24-1,0 1 1,0 24 0,0-24-1,-24 25 1,24-26-1,0 26 17,0-1-17,0 0 1,-25 1 0,25 24-1,0-25 1,0-24-1,0 24 1,-25 1 0,25-1-1,0 1 1,-25-26 0,25 26-1,0-26 1,0 1-1,0 0 1,-25-1 0,25 1-1,0-25 1,0-1 0,-24 1 15,48 0 31,26-25-30,0-25-17,-1 25 1,1-25-1,24 25 1,1 0 15,-1-24-31,1 24 32,-1 0-17,0 0 1,26 0-1,-26 0 1,-24 0 0,24 0-1,0 0 1,1 0 0,-26 0-1,1 0 1,-25-25-1,0 25 1,-1-25 62,-24 0-62,0 0-1,0-24 1,0-1 0,0 0-1,25 1 1,-25-1 0,0 1-1,25-26 1,-25 26-1,0-26 1,0 1 0,25 24-1,-25-24 1,-25-1 0,25 1-1,0 0 1,0-1-1,0 1 1,0-1 0,0 1-1,0-1 1,0 1 15,25 0-15,-25 24-1,0 0 1,0 26 0,-25-26-1,0 50 17,0-25-32,-24 25 15,24 0-15,-25-25 16,1 25-1,-1 0 1,-24 25 15,24-25-15,-24 0 0,24 0-1,-24 0 1,-1 0-1,1 0 1,0 0 0,-1 0-1,1 0 1,-1 0 0,1 0-1,24 25 1,1-25-1</inkml:trace>
  <inkml:trace contextRef="#ctx0" brushRef="#br0" timeOffset="17994.051">21679 3969 0,'-50'0'16,"1"0"-1,24 25 17,0-1-17,25 1 16,25 0-15,0 0 0,24 0-1,1-25 1,0 24 0,-1 1-1,-24 25 1,-25-25-1,-25 49 1,0-24 0,-24-1-1,-1-24 1,1 0 0,-1-25-1,25 0 1,0-75 15,50 1-15</inkml:trace>
  <inkml:trace contextRef="#ctx0" brushRef="#br0" timeOffset="18228.7219">21803 3969 0</inkml:trace>
  <inkml:trace contextRef="#ctx0" brushRef="#br0" timeOffset="18473.3036">21853 4142 0,'0'100'31,"0"-51"-15,0-24 0,0 0 15,24-25 0</inkml:trace>
  <inkml:trace contextRef="#ctx0" brushRef="#br0" timeOffset="19127.4083">22076 4043 0,'0'75'16,"0"-1"-1,-25-24 1,25-1 0,0-24-1,0 0 1,25-75 62,-25 1-62,25-26-1,-1 26 1,1-1 0,25 25-1,-25 0 1,-1 25-1,1 25 1,0 25 0,-25-1-1,25 26 1,-25-26 0,0 1-1,0 0 1,0-1-1,25-24 17,0-25-17</inkml:trace>
  <inkml:trace contextRef="#ctx0" brushRef="#br0" timeOffset="20000.8694">22845 3597 0,'-50'74'15,"25"1"1,-24-1 0,24 0-1,0 26 1,0-26-1,25 25 1,0-24 0,0 24-1,25-25 1,25-24 0,-1-1-1,1-49 16,0 25-15,-26-50 0</inkml:trace>
  <inkml:trace contextRef="#ctx0" brushRef="#br0" timeOffset="20492.7202">23192 3746 0,'-25'74'15,"25"-24"1,0-26 0,0 26 15,25-75 16</inkml:trace>
  <inkml:trace contextRef="#ctx0" brushRef="#br0" timeOffset="20814.4023">23440 3671 0,'-25'99'15,"25"-49"1,0 0-1,0-1 1,0-24 0,0 0 15,-24-50 16</inkml:trace>
  <inkml:trace contextRef="#ctx0" brushRef="#br0" timeOffset="21314.388">22944 3721 0,'99'-50'16,"-24"25"0,-1 0-1,0 25 1,1 0 0,-25 0-1,24 25 1,-24 0-1,-1-50 1,1 25 15,-1-25-15,1 1 0,-25-1 15</inkml:trace>
  <inkml:trace contextRef="#ctx0" brushRef="#br0" timeOffset="21931.6822">22894 4118 0,'50'-25'15,"24"25"1,1 0 0,-1-25-1,25 25 1,1 0-1,24-25 1,-50 25 0,1 0-1,-26 0 1,-24 25 0</inkml:trace>
  <inkml:trace contextRef="#ctx0" brushRef="#br0" timeOffset="22513.6413">23167 4217 0,'75'-25'16,"-26"25"-1,1 0 1,-25 0-1,-25 50 17,-25-1-17,0 1 1,-25-1 15,1-24-15,24 0-1,50-25 48,24 0-47,26-25-1,-25 25 1,24 0-1,-24-25 1,24 1 0,-24-26-1</inkml:trace>
  <inkml:trace contextRef="#ctx0" brushRef="#br0" timeOffset="23070.4094">23763 3373 0,'99'75'15,"-25"-26"17,1 26-17,-26-1 1,26 26 0,-1 24-1,-24-25 1,-26 0-1,-24 0 1,-49 0 0,-26 25-1,1 0 1,0-49 0,-1-26-1</inkml:trace>
  <inkml:trace contextRef="#ctx0" brushRef="#br0" timeOffset="29373.5247">24383 4043 0,'24'0'47,"1"-25"-31,25 25 0,-25 0-1,24 0 1,-24 0-1,0 0 1</inkml:trace>
  <inkml:trace contextRef="#ctx0" brushRef="#br0" timeOffset="29658.1757">24457 4192 0,'25'25'16,"25"-25"-1,-26 0 17,1 0-17,0 0 1,0 0 0</inkml:trace>
  <inkml:trace contextRef="#ctx0" brushRef="#br0" timeOffset="31089.3223">24854 3746 0,'25'-50'16,"0"75"46,-25 24-46,0 1-1,0 0 1,24 24 0,-24 0-1,0 26 1,0-26-1,0 0 1,0 1 0,0-26-1,-24 1 1,24 0 0,0-26-1,0 1 1,0 0 31,-50-25 140,25 25-156,0-25 1,75 0 61,-25 0-77,0 0 0,-1 0-1,1 0 1,25 0 15,-50-25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0:55:55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4787 7392 0,'-50'0'16,"1"0"0,-1 25-1,1 24 1,-1 1 15,0-1-15,1 26-1,49-26 1,-25 26 0,25-1-1,25-24 1,0-25-1,24-1 1,1 1 0,-1-25-1,1-25 1,24 1 0,1-51-1,-1 1 1,1-1-1</inkml:trace>
  <inkml:trace contextRef="#ctx0" brushRef="#br0" timeOffset="544.9786">5134 7441 0,'0'0'0,"-25"124"15,1-49 1,48-26 0,1 1-1,0-25 1,25 0-1,-1-25 1,1-25 15,24 0-15,-24-25 0,0 1-1,-26-26 1,1 1-1,-25 0 1,-25 49 0,-24 0-1,-26 25 1,1 25 0,-25 24-1,24-24 16,50 0-31,1 0 32,48 0-32</inkml:trace>
  <inkml:trace contextRef="#ctx0" brushRef="#br0" timeOffset="1151.9298">5953 7293 0,'-75'49'16,"26"-24"-16,24 0 31,-25 0-15,50-1 15,25 1-15,25 0-1,-1-25 1,1 25 0,0 0-1,24-1 1,-49 26 0,24-25-1,-49 24 1,0 1-1,0-25 1,-24 24 0,-26-24-1,-24 0 1,-1 0 0,1 0-1,-1-25 1,26-25-1,-1 25 1,50-25 0</inkml:trace>
  <inkml:trace contextRef="#ctx0" brushRef="#br0" timeOffset="2369.055">6945 6747 0,'-124'149'15,"74"-75"1,1 25 0,-1 25-1,25 0 1,25 0 0,0 0-1,25 0 1,25 0 15,-1-24-15,-24-26-1,25 1 1,-1-26 0,1-24-1,0-25 1,-1-50-1</inkml:trace>
  <inkml:trace contextRef="#ctx0" brushRef="#br0" timeOffset="2857.5265">7292 6871 0,'0'124'15,"0"-50"1,0-24-1,0 24 1,0-49 0,25 25 15,0-75-15,0-49-1,24 24 1</inkml:trace>
  <inkml:trace contextRef="#ctx0" brushRef="#br0" timeOffset="3366.8831">7615 6896 0,'0'49'15,"0"1"1,25 0 0,-25-1-1,24 1 1,26-25 0,0-25-1,-26 0 16,26-25-31,0-25 32,-26 1-17,1-1 1,-25 0 0,0 26-1,-49-1 1,24 0-1,-25 25 1,-24 0 0,24 0-1,25 0 1,-24 0 0,74 50 15,-1-50-16</inkml:trace>
  <inkml:trace contextRef="#ctx0" brushRef="#br0" timeOffset="3798.2781">8210 6995 0,'74'0'16,"-24"-25"0,24 25-1,-24 0 1,-25 0-1,24 0 1,-24 0 0</inkml:trace>
  <inkml:trace contextRef="#ctx0" brushRef="#br0" timeOffset="4168.6715">8781 6821 0,'0'75'15,"24"-26"1,-24 1 0,0 0-1,0-26 1,-24 26-1,24-25 1,0 0 15</inkml:trace>
  <inkml:trace contextRef="#ctx0" brushRef="#br0" timeOffset="4776.7243">9128 6796 0,'-50'125'15,"50"-76"17,0 1-17,0-1 1,25-24-1,0 0 1,24-25 0,1 0-1,0-25 1,-1 0 0,-24-24-1,25 24 1,-50-25-1,24 1 1,-24-1 0,0 25-1,-24 0 1,24 1 0,-50-1 15,0 25-16,26 0 1,-1 25 0</inkml:trace>
  <inkml:trace contextRef="#ctx0" brushRef="#br0" timeOffset="5593.3992">7193 7417 0,'99'0'16,"-24"0"-1,24 0 16,25 0-31,0-25 32,25 0-17,0 25 1,24-25 0,1 25-1,-1 0 1,-24-25-1,-25 25 1,0-24 0,-24 24-1,-26 0 1,-24-25 0</inkml:trace>
  <inkml:trace contextRef="#ctx0" brushRef="#br0" timeOffset="6391.8692">7714 7541 0,'74'24'16,"-24"-24"0,0-24-1,24 24 1,0 0 15,-24 0-15,24 0-1,-49 0 1,25 0 0,-25 0 15,-75 49 16,25-24-32,-24 25 1,24 24 0,-25-24-1,1 24 1,24-24 0,0-1-1,0-24 1,50-25 15</inkml:trace>
  <inkml:trace contextRef="#ctx0" brushRef="#br0" timeOffset="7158.4706">9450 6499 0,'50'49'31,"24"-24"-15,-24 25 0,49-1-1,-24 1 1,-1 24 0,0 1-1,-24 24 1,0 0-1,-50 1 1,0 24 15,-25-25-15,-25 25 0,1-25-1,-26-25 1,1 1-1,-1-1 1,1-24 0,49-25-1</inkml:trace>
  <inkml:trace contextRef="#ctx0" brushRef="#br0" timeOffset="8631.7925">5457 9103 0,'-75'25'15,"26"-25"16,-1 25-31,0 0 32,1 0-17,24 24 1,-25 26 0,26-26-1,-1 1 1,25 24-1,0-24 1,0-1 0,25 1-1,24-25 1,-24-25 0,25 25-1,24-50 1,0 0-1,1-49 1</inkml:trace>
  <inkml:trace contextRef="#ctx0" brushRef="#br0" timeOffset="9159.9409">5804 9178 0,'-50'124'16,"50"-50"-1,-24-24 1,48-1-1,1-24 1,25 0 0,-25 0-1,24-50 1,1 0 0,24 0-1,-49-24 1,0-1-1,0-24 1,-25-1 0,-25 26 15,0-1-15,-25 1-1,1 49 1,-1 0-1,1 24 1,-1 26 0,25 24-1</inkml:trace>
  <inkml:trace contextRef="#ctx0" brushRef="#br0" timeOffset="9537.6043">6573 8930 0,'-74'49'15,"24"1"1,25-25-1,0 0 1,25-1 0</inkml:trace>
  <inkml:trace contextRef="#ctx0" brushRef="#br0" timeOffset="9826.4943">6523 9128 0,'100'50'0,"-51"-50"31,1 49-15,-25-24 0,-1 0-1,-24 25 1,-24-26 0,-1 26-1,-25-25 1,1 0-1,-26-1 1,26 1 0,-1-25-1,25-25 17</inkml:trace>
  <inkml:trace contextRef="#ctx0" brushRef="#br0" timeOffset="10664.4181">7640 8607 0,'-100'50'16,"51"-1"-1,-1 26 1,0-26 0,26 26-1,-1 24 16,0 0-15,25 25 0,25 0-1,0-24 1,24-51-16,-24 1 16,25-25-1,24-25 16,-24-50-31,24 0 32,1-49-17</inkml:trace>
  <inkml:trace contextRef="#ctx0" brushRef="#br0" timeOffset="11295.6692">8185 8830 0,'-99'149'15,"74"-49"1,0-1 0,1-25-1,48 1 1,1-1 0,0-49-1,25 0 1,24-25-1,0 0 1,1-25 0,-1-25-1,-24 1 1,-1-26 0,-24 1-1,0-1 16,0-24-31,-25 25 32,0-1-17,-25 26 17,0-1-32,-24 50 15,-1 0 1,-24 0-1,24 25 1,-24 0-16,49-1 31,0 1-31</inkml:trace>
  <inkml:trace contextRef="#ctx0" brushRef="#br0" timeOffset="11939.9669">8880 8458 0,'99'50'16,"-25"0"0,-24-1-1,0 1 1,-1 24-1,-49 1 1,25-1 0,-50 25-1,0 1 1,1-26 0,-26 25-1,0-24 16,1-1-31,-1-24 32,25-26-17,-24-24 1</inkml:trace>
  <inkml:trace contextRef="#ctx0" brushRef="#br0" timeOffset="12902.7234">6523 10170 0,'0'50'16,"-24"-26"0,24 26-1,24 0 1,-24-1 15,0 26-15,0-1-1,25 0 1,-25 26 0,0-1-1,0 0 1,0-25 0,0-24-1,0 0 1,0-75 31</inkml:trace>
  <inkml:trace contextRef="#ctx0" brushRef="#br0" timeOffset="15151.9503">5754 10170 0,'-24'99'15,"24"-24"1,-25 24 0,25-25-1,-25 25 1,0 1 0,25 24-1,0-25 1,-25 0-1,25 0 1,0-24 15,-24 24-15,24-25 0,0-24-1,24 0 1,-24-1-1,25-49 1,25 25 0,-1-25-1,26 0 1,24 0 0,25 0-1,-25-25 1,50 25-1,-25-25 1,25 25 0,0-24-1,-25 24 1,0 0 0,0 0-1,-50 0 1,1 0-1,-26-25 1,1 0 0,-25-25 15,-1-24-15,-24-50-1,0 0-15,0-50 16,0 25-1,0-24 1,25 24 0,-25 25-1,25 0 1,-25 25 0,25 24-1,-50 26 1,25 24 15,-25 0-15,-24 25-1,24 0 1,-25-25 0,1 50-1,-26-25 1,26 0-1,-1 0 1,-24 0 0,-1 0-1,1 0 1,-1 0 15,-24 0-15,25 0-16,-1 25 15,-24-25 1,25 0-16,-1 0 31,-24 25-15,25-25 0,-1 24-1,1 1 1,24 0-1,1 0 1,-1 0 0</inkml:trace>
  <inkml:trace contextRef="#ctx0" brushRef="#br0" timeOffset="28199.968">15751 6871 0,'-75'-25'0,"26"25"16,-1 25-1,25 0 1,-24 0 0,24-1 15,25 26-15,49 0 30,1-26-30,0 1 0,24 25-1,-24-25 1,-1 24 0,1 1-1,-50 24 1,0 1-1,0-26 1,-25 1 0,-25-25-1,1-1 1,-1-24-16,1 0 31,-1 0-15,25-49-1,0 24 1,1-49 0,24 49-1,24-25 1,1 25 0</inkml:trace>
  <inkml:trace contextRef="#ctx0" brushRef="#br0" timeOffset="28465.8363">16123 6921 0,'0'-50'47</inkml:trace>
  <inkml:trace contextRef="#ctx0" brushRef="#br0" timeOffset="28794.1112">16197 6995 0,'-25'124'15,"25"-50"1,-24 1 0,24-1-1,0-24 1,0-1 0,24-73 30,-24-51-30,25-24 15</inkml:trace>
  <inkml:trace contextRef="#ctx0" brushRef="#br0" timeOffset="29353.1361">16371 7020 0,'25'49'16,"-25"1"0,0 24-1,0-24 1,0 0-1,49-125 64,-24 1-64,0-1 1,0 26-1,-1-1 1,26 25 0,0 1-1,-26 48 1,26 1 0,-25 25-1,0-1 16,-25 51-31,24-26 16,-24 0 0,0-24 15,0-25-15,25-25 15</inkml:trace>
  <inkml:trace contextRef="#ctx0" brushRef="#br0" timeOffset="30262.4899">17735 6449 0,'-99'75'0,"24"-1"31,26 25-15,-1 0-1,1 1 1,24 24 0,0 0-1,25 25 1,0-25-1,25 0 1,0-25 0,-1-25-1,1-24 1,25-25 0,-25-1-1,49-48 1,-24-26-1,-26-24 1</inkml:trace>
  <inkml:trace contextRef="#ctx0" brushRef="#br0" timeOffset="30874.2948">18504 6350 0,'0'74'16,"0"1"-1,-25-26 1,25 26 15,0-26-15,-25 26-1,25-26 1,0-24 0,25-25-1,0-49 1,25-26-1</inkml:trace>
  <inkml:trace contextRef="#ctx0" brushRef="#br0" timeOffset="31439.432">18802 6400 0,'24'24'32,"-24"26"-17,-24 24 1,24 1 0,0-1 15,24 1-16,1-51 1,0 1 0,25 0-1,-1-25 1,1-25 0,-1-24-1,-24-1 1,25-24-1,-50-1 1,25 1 0,-25 24-1,-25 25 1,0 1 0,-25-1 15,26 0-16,-26 25 1,25 0 0,0 0-1,-24 50 17</inkml:trace>
  <inkml:trace contextRef="#ctx0" brushRef="#br0" timeOffset="32129.4989">18256 6995 0,'248'-25'15,"-124"0"1,50 25-1,-26 0 1,1 0 0,-25 0-1,0 0 1,-24 0 0,-26-24 15,-24 24-16</inkml:trace>
  <inkml:trace contextRef="#ctx0" brushRef="#br0" timeOffset="33344.903">18504 7243 0,'-50'25'16,"26"24"0,-26 26-1,25-26 1,0 1 0,25 0-1,0-26 1,0 26 15,25-50-15,25 0-1,-1-25 1,1 0 0,24-24-1,1-1 1,-1-24-1,1 49 1,24-25 0,-25 26 15,1 24-15,-26 0-1,1 0 1,0 24-1,-26 26 1,1-25 0,-25 24-1,0 26 1,0-26 0,-25-24-16,1 0 15,-26 0 16,25-25-15,0-25 15,0 0-15,1 0 0,-26 1-1,25-1 1,-24-25-1,24 25 1,-25 1 0,1-1-1,-1 25 1,0-25 0,26 0-1,-26 0 1,25 1-1,0-1 1,1 25 0,-1 0-1,0 0 1,0 25 0</inkml:trace>
  <inkml:trace contextRef="#ctx0" brushRef="#br0" timeOffset="34123.4316">19496 6176 0,'50'0'16,"-1"25"-1,1 25 1,24-1 0,1 1-1,-1 0 1,25 24 0,-49 25-1,24 25 1,-49 0-1,-25 0 1,0 25 0,-49 0-1,-1 0 1,0-25 0,-24 0-1,24-25 1,-24-25-1</inkml:trace>
  <inkml:trace contextRef="#ctx0" brushRef="#br0" timeOffset="41688.7382">15924 8285 0,'-124'25'16,"75"24"-1,-1-24 1,25 25 0,25-26-1,25 1 1,0 0-1,24 0 1,26 0 0,-1-1-1,26 1 1,-26 50 0,-24-26-1,-1 26 16,-49-1-31,-25-24 16,-24 24 0,-1-49-1,-24 0 1,-1-25 0,-24 0-1,49-25 1,1 0-1,49-25 1,25 1 0,-1-1-1,51 1 1</inkml:trace>
  <inkml:trace contextRef="#ctx0" brushRef="#br0" timeOffset="42001.6951">16445 8409 0,'50'-50'47,"-25"50"-31</inkml:trace>
  <inkml:trace contextRef="#ctx0" brushRef="#br0" timeOffset="42252.3406">16544 8682 0,'0'124'16,"0"-75"0,0 1-1,0-1 1,0 1 0,0-25-1,25-25 16</inkml:trace>
  <inkml:trace contextRef="#ctx0" brushRef="#br0" timeOffset="42936.9523">16817 8558 0,'25'99'15,"0"-25"1,-25 1-1,0-26 1,25 1 0,-1-100 77,-24 1-77,25-1 0,0 0-1,0 1 1,0-1 0,24 1-1,-24 24 1,0 25-1,25 0 1,-26 25 0,1 24-1,-25 50 1,25-24 0,-25 24-1,0-25 1,25-24-1,-25-25 1,49-25 15</inkml:trace>
  <inkml:trace contextRef="#ctx0" brushRef="#br0" timeOffset="43432.7814">17983 8260 0,'-74'50'15,"24"24"1,25 0-1,-24 26 1,49 24 0,-25 0-1,50-25 1,-25 0 0,24-24 15,1-26-16,25 1 1,-25-25 0,24-50-1,1-25 1</inkml:trace>
  <inkml:trace contextRef="#ctx0" brushRef="#br0" timeOffset="44058.0254">18405 8384 0,'-50'198'16,"25"-74"-1,25-24 1,0-1 0,50-25-1,-25-24 1,24-25-1,1 0 1,24-25 0,-24-50 15,0 0-15,-1 1-1,-24-26 1,0-24-1,-25 25 1,-25-1 0,0 26-1,-24-1 1,-1 25 0,-24 0-1,24 25 1,0-24-1,26 24 1,-26 24 0,50 1 15,-25 25-31</inkml:trace>
  <inkml:trace contextRef="#ctx0" brushRef="#br0" timeOffset="44783.2084">18926 8186 0,'74'24'16,"-24"1"0,24 0-1,-24 0 1,-1 24 0,1 26-1,0-26 1,-26 26-1,1 24 17,-25-25-17,-25 26 17,1-1-17,-26-25 1,0 1-1,1-1 1,-1-24 0,0-50-16</inkml:trace>
  <inkml:trace contextRef="#ctx0" brushRef="#br0" timeOffset="46505.4573">16321 9699 0,'-74'74'16,"24"0"0,1 1-1,24-1 1,0 26-1,25 24 1,25-25 0,0-25-1,24-24 1,1-1 0,24-49-1,1 0 1,-1-24-1,0-26 1,1-24 0,-26-26-1,-24 1 1,0-25 0,-25 50 15,-25-26-16,0 51 1,-49-1 0,24 25-1,-24 25 1,0 25 0,24 0-1,0 0 1,1 0-1,49-1 1</inkml:trace>
  <inkml:trace contextRef="#ctx0" brushRef="#br0" timeOffset="48206.1399">15602 9649 0,'0'174'15,"0"-75"1,-25 0 0,25 0-1,0 1 1,0 24-1,0-25 1,0 0 0,0-25-1,0 1 1,0-26 0,0 1-1,25-25 1,0 0-1,-1-1 1,26-24 0,24 0 15,26 0-15,-1 0-1,25-24 1,0 24-1,25 0 1,-25 0 0,25 0-16,-25 0 15,0 0 17,-25 24-17,-25-24 1,1 0-1,-1 0 1,1-24 0,-26-26-1,-24-24 1,0-26 0,0 1-1,-1-25 1,-24 0-1,25 0 1,-25 0 0,0 0-1,25 25 1,-25-25 0,0 25-1,-25 49 1,25 0-1,-49 26 17,24-1-17,-25 50 1,1-25 0,-1 24-1,0-24 1,1 25-1,-26-25 1,26 0 0,-1-25-1,-24 25 1,-1 0 0,26 0-1,-51 0 1,26 0-1,0 0 1,-1 0 15,-24 25-15,25-25 0,-1 0-1,-24 0 1,25 25-1,-1-25 17,-24 25-17,24 0 1,1-25 0,0 24-16,-1-24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0:57:16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13146 4837 0,'-25'0'16,"-24"0"-1,24 25 1,-25 0 15,1 24-15,-1 1-1,25 24 1,1-24 0,-1 24-1,50-24 1,-1-1-1,1-24 1,25-25 0,24 0-1,-24 0 1,24-49 0,-24-1-1,24 0 1</inkml:trace>
  <inkml:trace contextRef="#ctx0" brushRef="#br0" timeOffset="495.2222">13394 4961 0,'-25'124'16,"25"-50"-1,25 1 1,25-26 0,-25-24-1,24-25 1,26 0-1,-26-49 1,26-1 0,-51 0-1,1 1 1,-25-1 0,0-24-1,-25 24 1,-24 25-1,-1 1 17,-24 24-17,-1 0 1,26 49 0,-1 1-1,25-25 1</inkml:trace>
  <inkml:trace contextRef="#ctx0" brushRef="#br0" timeOffset="1134.2709">14114 4787 0,'-75'0'16,"26"50"-1,-1-25 1,25 24 0,25-24-1,0 0 1,25 0 0,0 0-1,49-1 1,-24 1-1,24-25 1,1 25 0,-26 25-1,1-26 1,-25 1 0,-25 0-1,0 0 1,-25 24-1,-25-24 1,-24 0 0,-1-25 15,26 25-15,-1-25-1,1 0 1,24 0-1</inkml:trace>
  <inkml:trace contextRef="#ctx0" brushRef="#br0" timeOffset="3670.6026">15155 3870 0,'-24'99'16,"24"-25"-1,-25 25 1,25 1 0,-25-26-1,0-24 1,25-1-1,-25-24 17</inkml:trace>
  <inkml:trace contextRef="#ctx0" brushRef="#br0" timeOffset="4214.2496">15428 3845 0,'0'74'16,"0"1"-1,-25-1 1,25 50 0,0-50 15,-24 26-16,24-26 1,0-49 0,0-75 31</inkml:trace>
  <inkml:trace contextRef="#ctx0" brushRef="#br0" timeOffset="4726.2153">14907 3870 0,'75'-50'16,"-26"50"0,1 0-1,24 0 1,-24 25 0,0-50-1,-1 25 1,1-25-1,-1-24 1,26-1 0,-26 25-1,1-25 1,0 50 0</inkml:trace>
  <inkml:trace contextRef="#ctx0" brushRef="#br0" timeOffset="5351.7878">15875 4068 0,'49'0'16,"1"0"-1,24 0 1,-24 0-1,49 0 1,-49 0 15,24-25-15,-49 0 0</inkml:trace>
  <inkml:trace contextRef="#ctx0" brushRef="#br0" timeOffset="6037.0684">16520 3770 0,'74'-24'16,"-24"24"0,-1 24-1,1 1 1,-1 0 0,-24 25-1,-25-1 1,0-24-1,-25 25 1,1-26 0,-26 1-1,0 0 1,100-25 62,0 25-62,-1 0-1,1 24 1,-1-24 0,-49 25-1,0-1 1,-24 1-1,-26 24 1,-24-49 0,-1 25-1,-24-50 1,25 0 0,24 0-1,25-50 1,25 0-1</inkml:trace>
  <inkml:trace contextRef="#ctx0" brushRef="#br0" timeOffset="6476.1168">17264 3746 0,'-75'74'16,"51"-24"0,-1 49-1,0-25 1,0 50 0,25-25-1,0-24 1,25-1-1,0-24 17,0-25-32,-1-25 15,26 0 1,0-25 0</inkml:trace>
  <inkml:trace contextRef="#ctx0" brushRef="#br0" timeOffset="7004.6571">17561 3944 0,'-49'74'16,"24"1"15,0-1-15,0 25 0,50-24-1,0-26 1,0 1-1,24-50 1,-24 25 0,25-50-1,-1 0 1,-24-49 0,0-1-1,0-24 1,-50 25-1,0 24 1,0 1 0,-24 24-1,-1 25 1,25-25 0</inkml:trace>
  <inkml:trace contextRef="#ctx0" brushRef="#br0" timeOffset="7473.9632">17933 3746 0,'124'148'16,"-99"-73"0,25-1-1,-50 25 1,0-24-1,0-1 1,-25 1 0,0-26-1,-24-24 1,24 0 0</inkml:trace>
  <inkml:trace contextRef="#ctx0" brushRef="#br0" timeOffset="8331.4464">15056 4762 0,'25'0'15,"25"0"1,24 0 0,25 0-1,25 0 1,0 0 0,25 0 15,25 0-16,24 0 1,1-24 0,24 24-1,0 0 1,25-25 0,-25 25-1,1 0 1,-26-25-1,-49 25 1,-50 0 0,-49 25-1</inkml:trace>
  <inkml:trace contextRef="#ctx0" brushRef="#br0" timeOffset="9314.1359">15949 5184 0,'0'-49'32,"50"24"-17,-1 0 1,1 25-1,0 0 1,-26 25 0,1 24 15,0 1-15,-50 0-1,0-1 1,-24 26-1,-1-1 1,1-24 15,-1-1-15,25 1 0,0-25-1,50-50 32,25 0-31,-1 25-1,26 0 1,-1 0 0,1 25-1,-26-25 1,1 0-1,-1-25 1,1 25 0,-25-25-1</inkml:trace>
  <inkml:trace contextRef="#ctx0" brushRef="#br0" timeOffset="10037.8108">18479 4688 0,'0'0'0,"50"0"31,-1 0-15,26 0-16,-26-25 15,26 25 17,-1 0-17,-24 0 1,-1 0 0,-24-25-1,-74 25 16,24 0-15</inkml:trace>
  <inkml:trace contextRef="#ctx0" brushRef="#br0" timeOffset="10324.9165">18603 4837 0,'50'0'16,"-1"0"-1,26 0 1,-26-25 15,26 25-15,-26 0-1,1 0 1</inkml:trace>
  <inkml:trace contextRef="#ctx0" brushRef="#br0" timeOffset="12751.6437">19943 4490 0,'-100'24'15,"51"26"1,-1 0 0,-24 49-1,49 0 1,25 25-1,0-25 1,25-24 0,24-26-1,-24-24 1,25-25 0,-1-49-1,26-26 1</inkml:trace>
  <inkml:trace contextRef="#ctx0" brushRef="#br0" timeOffset="13214.5264">20166 4738 0,'-75'149'15,"75"-50"1,25-50 0,0 1-1,25-25 1,-1-25-1,26-25 1,-50-25 0,24-24-1,-49-25 1,0-1 0,-49 1 15,-1 50-16,-24 49 1,-1 0 0,25 24-1,1 1 1,49 25 0</inkml:trace>
  <inkml:trace contextRef="#ctx0" brushRef="#br0" timeOffset="13771.7253">20662 4514 0,'-74'50'16,"49"0"-1,0-26 1,50 26-1,0 0 1,-1-26 0,26 1-1,24 0 1,-24 0 0,0 0-1,-26 24 1,1 1-1,-25-25 1,-25 24 0,1-24-1,-26 0 1,0 0 0,-24-50-1,24 0 1,26-24-1</inkml:trace>
  <inkml:trace contextRef="#ctx0" brushRef="#br0" timeOffset="14343.345">21481 4242 0,'-25'173'15,"50"-123"1,-25-25 15,0-50 0,24-25-15,-24-24 0</inkml:trace>
  <inkml:trace contextRef="#ctx0" brushRef="#br0" timeOffset="14549.5943">21629 4217 0,'0'99'15,"0"-25"1,25-24-1,-25-25 17</inkml:trace>
  <inkml:trace contextRef="#ctx0" brushRef="#br0" timeOffset="14940.3285">21257 4242 0,'100'0'16,"-26"0"-1,0-25 1,26-25 0,24 25-1,-25 1 1,-25-1-1,-24 50 1,-25-25 0</inkml:trace>
  <inkml:trace contextRef="#ctx0" brushRef="#br0" timeOffset="15416.1553">21257 4638 0,'100'0'16,"-1"25"0,0-50-1,0 25 1,0 0 0,1-24 15,-26 24-16,-24 0 1</inkml:trace>
  <inkml:trace contextRef="#ctx0" brushRef="#br0" timeOffset="16009.0617">21505 4887 0,'75'-25'16,"-50"25"0,-1 25-1,-24 24 1,-49 1 0,-1-1-1,1 1 16,-1 24-15,0-49 0,26 0-1,73-25 48,-24 0-48,25 0 1,24 0 0,-24 0-1,-1 0 1,-24-25 0,25 25-1,-50-25 16</inkml:trace>
  <inkml:trace contextRef="#ctx0" brushRef="#br0" timeOffset="16524.8887">22225 4614 0,'74'-25'16,"1"25"-1,-26-25 1,1 25 0,-1 0-1,1 0 1,-25 0-1</inkml:trace>
  <inkml:trace contextRef="#ctx0" brushRef="#br0" timeOffset="16806.9867">22374 4738 0,'74'0'15,"0"-25"1,-24 25 0,0-25-1</inkml:trace>
  <inkml:trace contextRef="#ctx0" brushRef="#br0" timeOffset="17671.6962">23291 4490 0,'-25'198'15,"25"-74"1,50-25 0,0-24-1,-1-26 1,26-49 0,-1 25-1,-24-50 1,24-24-1,-24-50 17,-25 24-17,-1-49 1,-24 50 0,-24-1-1,-1 26 1,-25-26-1,1 26 1,24-1 0,-25 25-1,-24 25 1,-1 25 0,26 25-1,-1-1 1,25 1-1,0-1 17,25 1-32</inkml:trace>
  <inkml:trace contextRef="#ctx0" brushRef="#br0" timeOffset="19087.301">22944 3969 0,'25'173'16,"-25"-49"-1,25 25 1,-25 0-1,0-25 1,0 25 0,0 0-1,0-25 1,0 0 15,0-25-15,0-25-1,-25-49 1,50 25 0,-1-25 15,1-25-15,25 0-1,24 0 1,1 24-1,49-24 1,25 25 0,-1-25-1,-24 0 1,0-25 0,-49 25-1,-1-49 1,-24 24-1,-25-25 1,-25-24 0,-25-50-1,-25 0 1,25 0 0,-24-25-1,49 0 1,0 0-1,25 25 1,-25 0 0,24 50-1,-24 0 1,25 24 0,-50 25-1,1 0 16,-26 1-15,-24 24 0,24 0-1,-49 24 1,0-24 0,24 0-1,-49-24 1,25 24-1,-25-25 1,25 25 0,-1 0 15,26 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0:58:34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 7441 0,'50'0'16,"-1"-24"0,-24 24-1,25 0 1,24-25-1,0 0 1,1 0 15,24 0-15,0-24 0,25 24-1,0 0 1,0-24-1,0-1 1,25 25 0,0-24-1,0 24 1,-25-25 0,25 25-1,0-24 1,-25 24 15,24 0-15,-48 0-1,-1 0-15,-25 1 16,-49 24 0,0-25-16</inkml:trace>
  <inkml:trace contextRef="#ctx0" brushRef="#br0" timeOffset="552.2095">3844 6648 0,'50'24'47,"0"-24"-32,-1 25 1,26-25 15,-26 25-15,-24 0 0,-25 0-1,-25-1 1,-24 26-1,-1-25 1,25 25 15</inkml:trace>
  <inkml:trace contextRef="#ctx0" brushRef="#br0" timeOffset="1610.4695">818 6300 0,'-49'-24'16,"24"48"0,-25-24-1,1 50 1,24 0 0,25-1-1,0 1 1,0-1-1,49-24 1,-24-25 0,25 0-1,-1-25 1,1 1 0,-25-26-1,0 25-15,-25-24 31,0-1-31,-50 0 32,25 26-17,-24 24 1,24 0 0,0 0 15,25 24-16</inkml:trace>
  <inkml:trace contextRef="#ctx0" brushRef="#br0" timeOffset="2184.6238">1017 6300 0,'0'124'16,"0"-74"-1,0-25 16,0-75 16,0-24-31,0 24 0,24 1-1,1 24 1,0 0-1,0 0 17,0 50-17,0 0 1,-1 0 0,-24 49-1,0-24 1,0-1-1,25-24 1,-25-50 47</inkml:trace>
  <inkml:trace contextRef="#ctx0" brushRef="#br0" timeOffset="2616.5131">1438 5953 0,'0'50'16,"0"24"-1,-24-24 16,24 24-15,0-24 0,0-1-1,0 1 1,24 0 0,-24-26-1,0 1 16,25-25-15</inkml:trace>
  <inkml:trace contextRef="#ctx0" brushRef="#br0" timeOffset="3274.1244">1662 6201 0,'0'75'15,"0"-26"1,24-24-1,1 0 1,0-25 0,25 0-1,-26-25 1,1 0 0,0-24-1,-25-1 1,0 25 15,0 50 16,0 25-31,0 24-1,0 0 16,0 1-15,0-26 0,-25 1-1,0 0 1,1-26 0,-1 1-1,-50-25 1,51-25-1,-26 1 1,50-26 0,0 25-1</inkml:trace>
  <inkml:trace contextRef="#ctx0" brushRef="#br0" timeOffset="3978.1226">2431 6102 0,'-50'25'15,"25"24"1,0 1-1,1 0 1,24-26 0,49 1 15,-24-50-15,0 1-1,0-26 1,-1 0-1,1 1 1,-25 24 0,0 50 62,0 24-63,25 26 1,-25-50 15,25 24-15,24-49 0,-24 0-1,0-25 1,0-24-1</inkml:trace>
  <inkml:trace contextRef="#ctx0" brushRef="#br0" timeOffset="4518.5166">2877 5953 0,'-25'25'15,"0"25"16,25-26-15,25 26 15,25-25 1,-25 0-17,-1-1 1,26 1 15,-50 25 0,-74-25 1,49-25-17,-25 0 1,1-25-1</inkml:trace>
  <inkml:trace contextRef="#ctx0" brushRef="#br0" timeOffset="5880.5284">719 6896 0,'50'49'16,"-1"26"-1,1-26 1,-1 1 0,1-25-1,0 0 1,-26 24-1,1-49 1,0 0 0</inkml:trace>
  <inkml:trace contextRef="#ctx0" brushRef="#br0" timeOffset="6203.485">843 7193 0,'50'-99'16,"-1"25"-1,-24-1 1,0 26-16,24 24 16</inkml:trace>
  <inkml:trace contextRef="#ctx0" brushRef="#br0" timeOffset="7811.7028">744 7764 0,'-75'49'0,"26"1"16,24-25 0,0 24-1,25 1 1,25 0 15,0-75-15,24 25-1,-24-50 1,0 25 0,0-49-1,0 24 1,-25 1-1,0 24 1,0 99 47,0-24-48,0 24 1,24-49-1,1 0 1,0 0 0,25-25-1,-26-25 17</inkml:trace>
  <inkml:trace contextRef="#ctx0" brushRef="#br0" timeOffset="8078.0882">1017 7863 0,'24'149'16,"-24"-75"0,0-24-1,25 0 1,-25-26 0</inkml:trace>
  <inkml:trace contextRef="#ctx0" brushRef="#br0" timeOffset="8498.4353">1017 7764 0,'49'-50'15,"1"50"17,-25 0-17,24 0 1,1 25-1,-25 0 1,0 0 0,-50 24-1,-25-24 1,1 0 0,-1 0-1,0-25 1,25 0-1,25-25 1</inkml:trace>
  <inkml:trace contextRef="#ctx0" brushRef="#br0" timeOffset="8976.9654">1488 7689 0,'0'0'0,"25"75"15,-25-1 1,25 1 15,-25 24-15,0-25-1,0 1 1,0-26 0,-25-49 30</inkml:trace>
  <inkml:trace contextRef="#ctx0" brushRef="#br0" timeOffset="9409.019">1463 7714 0,'75'-49'16,"-26"24"-1,1 25 1,-1 0-1,1 25 1,0-1 0,-50 26-1,-25-25 1,0 24 0,-25-24-1,1 0 1,-26 0-1,26-25 1,24 0 0,0 0-1</inkml:trace>
  <inkml:trace contextRef="#ctx0" brushRef="#br0" timeOffset="9986.2078">1934 7665 0,'25'74'16,"-25"-49"15,25 24-16,0 1 1,-25-25 15,0-75 16,-25 25-31,25-24-1,0-1 1,25 1 0,-25 24-1,49 0 17,1 0-17,0 0 1,-26 1-1</inkml:trace>
  <inkml:trace contextRef="#ctx0" brushRef="#br0" timeOffset="10617.5095">2356 7516 0,'-49'49'16,"24"-24"0,0 25-1,0-1 1,0 1 0,25-25-1,25 0 16,25-50 16,-25-25-31,-1 1 0,1-1-1,0 25 1,0 0-1,-25-24 17,0 98 46,0-24-63,25 25 1,-25 24 0,24-49-1,1 25 1,25-26 15,-1-73 0</inkml:trace>
  <inkml:trace contextRef="#ctx0" brushRef="#br0" timeOffset="11399.153">2827 7516 0,'-24'25'79,"-1"-1"389</inkml:trace>
  <inkml:trace contextRef="#ctx0" brushRef="#br0" timeOffset="12606.7918">2431 7541 0,'-50'24'31,"25"26"0,0 0-15,1-26 0,24 26-1,0-25 17,24 0-32,1 24 31,25-49-16,-25 0 1,24-25 0,1 1-1,-25 24 1,-1-50 0,-24 25-1,0-24 16,0-1-31,-24 25 16,-26 0 15,25 1-15,0 24 0,1 24 15</inkml:trace>
  <inkml:trace contextRef="#ctx0" brushRef="#br0" timeOffset="13275.1956">2877 7516 0,'-74'49'16,"24"1"-1,25 0 1,0-1 0,25-24-1,25 0 17,25-25-17,-25-25 16,24-25-31,-24 1 16,0-1 0,0 1-1,-25 24 1,0 74 46,0 1-46,-25 0 0,50-1 15,-1-24-15,1 0-1,0 0 1,25-50-1,-26 0 1,1 0 0</inkml:trace>
  <inkml:trace contextRef="#ctx0" brushRef="#br0" timeOffset="13614.8677">3274 7516 0,'-25'0'16,"0"25"0,0 24 15,1 1-16,-1-1 1,25-24 0,0 25-1,49-25 1,-24-25 0,25-25-1,0 0 1,-26 0-1,1-24 1</inkml:trace>
  <inkml:trace contextRef="#ctx0" brushRef="#br0" timeOffset="14498.7895">3448 7293 0,'24'74'16,"-48"0"-1,24 1 1,0-1-1,0-24 1,0-25 0,24-75 46,-24 0-46,50 1-1,-25 24 1,0 25 0,24 0-1,-24 0 1,0 25 0,-25 24-1,25-24 1,-25 25-1,0-25 1,24-1 15,26-48 1,0-26-1,-26 25-16,1-24 1,0-1 0,-25 25-1,-25 0 17,-24 75-1,24 0-16,25-1 1,25-24 0,-1 0-1,1 0 1,25-25 0,-1 0-1,-24-25 1,25-25-1,-1 1 1</inkml:trace>
  <inkml:trace contextRef="#ctx0" brushRef="#br0" timeOffset="15855.977">4737 7069 0,'-74'50'15,"49"-25"1,0 24 15,1 1-31,-1 24 31,25-24-31,0 0 32,25-26-17,-1 26 1,1-25 0,25-25-1,-1 25 1,1-25-1,0 0 1,-1 0 0,1-25-1,-25 0 1,-1 0 0,26 0-1,-25-24 1,-25-1-1,25 1 1,-25-1 0,-25 0-1,0 26 1,0-26 0,-24 25-1,-26 25 1,26 0-1</inkml:trace>
  <inkml:trace contextRef="#ctx0" brushRef="#br0" timeOffset="32662.2146">4316 7342 0,'-25'0'47,"-25"0"-16,25 25 1,1 0-1,24 24 0,24-24 16,26-25-16,-25 25 1,0 0-1,0 0 0,-50-1 0,0 1 1,0 0-17,0-50 1,0 25-1,1 0 1,-1-25 15,0 25-15</inkml:trace>
  <inkml:trace contextRef="#ctx0" brushRef="#br0" timeOffset="40938.1868">5581 7293 0,'74'24'15,"1"1"1,24 0 0,0-25-1,25 25 1,25 0-1,0-1 1,24 1 0,1 0-1,24 0 1,-24-25 0,24 25-1,1-25 1,-1 24-1,26-24 1,-1 0 0,0 0-1,25-24 1,-25 24 15,1-25-15,-1 25-1,25-25 1,0 0-16,0 0 16,-25 1-1,0-1 1,26 0 0,-26 0-1,25 0 1,25 1-1,-50-1 1,0 0 15,0 0-15,-24 0 0,24 1-1,0-1 1,-24-25-1,-26 25 1,-24 1 0,-25-26-1,25 0 1,-25 1 0,-25-26-1,-24 26 1,-26 24-1,1-25 1,-25 50 15,0-49-15</inkml:trace>
  <inkml:trace contextRef="#ctx0" brushRef="#br0" timeOffset="41708.6257">13717 6573 0,'-25'25'31,"74"0"16,-24-25-31,0 0-16,25-25 16,24 25-1,-24-25 16,-1 25-31,-24-25 32,0 25-17,0 25 32,-25 25-16,0-25-15,25 24 0,-25-24-1,24 25 17</inkml:trace>
  <inkml:trace contextRef="#ctx0" brushRef="#br0" timeOffset="50270.8423">1438 8235 0,'0'0'0,"25"25"15,-25 25 1,25 24-1,25 0 1,-50 26 0,24-26-1,1 25 1,0 0 0,0 25-1,24 25 1,1 0 15,24 0-15,-24 0-1,24 0 1,1 24 0,-1-24-1,-24 25 1,24-1-1,1-24-15,-1 0 32,1 0-17,-1 0 1,-24-25 0,24 0-1,0-25 1,1 25-1,-1-25 1,1-24 0,-26-1-1,26 0 1,-1 1 0,0-1-1,-24 1 1,25-26-1,-26 1 1,1-25 0,-1 24-1,26-24 17,-26 25-17,1-25-15,0-1 16,-1-24-1,1 25 1,-25 0 0,-1-25 15,1-25 47,0-24-47</inkml:trace>
  <inkml:trace contextRef="#ctx0" brushRef="#br0" timeOffset="50727.1136">3820 12129 0,'0'50'16,"24"-25"-1,1 0 1,0 0 0,25-1-1,-26 1 17,-73 0 14,-1-25-30,25 25 0,-24-25-1,24 0 1,0 25 0,0-25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1:03:32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17487 12402 0,'25'-74'16,"0"49"0,-25-24-1,24-1 1,1-25-1,0 1-15,0 0 32,0-26-17,-1 1 1,1 0 0,0 0-1,0-25 16,0 0-15,24 0 0,-24 24-1,25-24 1,-26 25 0,26 0-1,0 0-15,24-25 16,-49 49-1,49-24 17,-49 25-17,25 24 1,-25 1 0,-1 24-1,-48 50 32</inkml:trace>
  <inkml:trace contextRef="#ctx0" brushRef="#br0" timeOffset="649.8685">18033 10195 0,'24'-25'15,"26"25"1,-25-25 0,25 0-1,-1 1 1,1 24 0,-25 0-1,-1 0 1,1 24 31,-50 51-32,25-1 1,0 25 0,0 1-1,0-1 1,25-50-1,-50 1 1,50-50 15</inkml:trace>
  <inkml:trace contextRef="#ctx0" brushRef="#br0" timeOffset="3257.8447">18653 9227 0,'-50'0'16,"25"0"-1,1 25 1,-26-25 0,25 25-1,0 0 1,1-25 0,-26 74 15,25-24-16,0-1 1,25 1 0,0 0-1,0-26 1,25 1 0,0 0-1,0-25 1,24 0-1,1-25 1,0-24 0</inkml:trace>
  <inkml:trace contextRef="#ctx0" brushRef="#br0" timeOffset="3732.1672">18777 9277 0,'-75'124'16,"75"-50"-1,0-24 1,25-25 15,0 0-31,25-1 31,-26-48-15,26-1 0,0 0-1,-26-25 1,1 1-1,-25 24 1,0 0 0,-49 0-1,-1 25 1,0 25 0,26 25-1,-1-25 1,0-25-1</inkml:trace>
  <inkml:trace contextRef="#ctx0" brushRef="#br0" timeOffset="4308.6274">19174 9227 0,'-75'75'16,"50"-26"-1,25-24 17,25-25-1,0 0-16,25 0 1,-1 0 0,1 25-16,0-25 15,-26 25 1,-24 0 0,0 24-1,0-24 1,-49 25-1,-1-1 17,1-24-17,-1-25 1,0-25 0</inkml:trace>
  <inkml:trace contextRef="#ctx0" brushRef="#br0" timeOffset="5007.9966">18678 9475 0,'24'75'15,"1"-50"1,0 24 15,25-49 0,-26-25-15,1 1 0,0-1 15,0-25-16,0 1 1,-25 24 0,0-25-1,-25 25 1,0 1 0,0-1-1,0 25 1,-24 0-1,24 25 1,0 24 0</inkml:trace>
  <inkml:trace contextRef="#ctx0" brushRef="#br0" timeOffset="5923.6612">19744 8756 0,'-74'99'15,"49"-49"1,0 24-1,0 1 1,1 24 0,24-25-1,0 26 1,24-1 0,-24-25-1,25 1 1,0-1-1,25-24 1,-26-26 0,1-24-1,25-24 1</inkml:trace>
  <inkml:trace contextRef="#ctx0" brushRef="#br0" timeOffset="8442.121">20042 8657 0,'-25'49'15,"25"1"1,0 0 0,0-26-1,0 26 1,0-25-1,0 24 1,0-24 0,0 0 15</inkml:trace>
  <inkml:trace contextRef="#ctx0" brushRef="#br0" timeOffset="8677.7488">20191 8731 0,'0'-25'31</inkml:trace>
  <inkml:trace contextRef="#ctx0" brushRef="#br0" timeOffset="8909.4407">20216 8880 0,'0'74'0,"0"-49"31,24-50 16</inkml:trace>
  <inkml:trace contextRef="#ctx0" brushRef="#br0" timeOffset="9547.1331">20414 8806 0,'-25'74'16,"50"-124"62,0 1-62,24-1-1,-24 50 16,0 25 1,-25 25-17,0-26 1,25-48 46,0-26-46,-1 0 0,1 26-1,0 48 17,0 26-17,0 0 1,-25-1-1,24-24 1,-24 0 0,-24 0 15</inkml:trace>
  <inkml:trace contextRef="#ctx0" brushRef="#br0" timeOffset="10136.0042">19893 9252 0,'50'75'16,"-1"-1"15,-24-24-15,25-1-1,-26 1 1,1-25 15,-50-50 16,-24 0-31</inkml:trace>
  <inkml:trace contextRef="#ctx0" brushRef="#br0" timeOffset="10388.5755">19868 9525 0,'25'-99'16,"0"49"-1,0-24 1,24 24-1,-24 25 1,0 1 0</inkml:trace>
  <inkml:trace contextRef="#ctx0" brushRef="#br0" timeOffset="10827.3643">20141 9351 0,'99'0'15,"-24"0"1,-26-24 0,1 24-1,-25 0 1,0 0 15</inkml:trace>
  <inkml:trace contextRef="#ctx0" brushRef="#br0" timeOffset="11292.3784">20315 9252 0,'49'0'31,"-24"0"-15,25 0 0,-25 0-1,-1 25 1,1-25 31,-25 50-32,-25-26 1,1 26 0,-1-25-1,0 0 16,50-50 16,0-25-31</inkml:trace>
  <inkml:trace contextRef="#ctx0" brushRef="#br0" timeOffset="11580.3791">20736 9153 0,'0'99'15,"0"-24"1,0-26 0,0 26-1,0-51 1,0 26 0,25-25-1</inkml:trace>
  <inkml:trace contextRef="#ctx0" brushRef="#br0" timeOffset="15120.8691">21257 8682 0,'75'74'16,"-26"-24"-1,1-1 1,0 1-1,-1 24 1,1 1 0,-1-26-1,1 1 1,-25 0 0,0-26 15,-75-24 0</inkml:trace>
  <inkml:trace contextRef="#ctx0" brushRef="#br0" timeOffset="15461.2995">21406 9178 0,'50'-149'16,"-50"50"-1,25 24 1,24-24 0,-24 25-1,0 24 1,-25 25 0,25 0 15</inkml:trace>
  <inkml:trace contextRef="#ctx0" brushRef="#br0" timeOffset="15860.0496">21877 8855 0,'75'0'15,"-26"-25"1,1 25 0,0 0-1,-1 0 1,-24 0 0,0 0 15,-25-24-16</inkml:trace>
  <inkml:trace contextRef="#ctx0" brushRef="#br0" timeOffset="16194.8785">22076 8706 0,'0'100'16,"-25"-51"0,25 1-1,0-1 16,25-24-31,0 0 63,-25-75-47,24 1-1</inkml:trace>
  <inkml:trace contextRef="#ctx0" brushRef="#br0" timeOffset="16556.0995">22324 8632 0,'25'99'15,"-25"-49"1,0 24 0,25 1-1,-25-1 1,0-24-1,0-1 1,0-24 0,24-25 15</inkml:trace>
  <inkml:trace contextRef="#ctx0" brushRef="#br0" timeOffset="17028.3881">22448 8334 0,'99'75'16,"-24"-26"15,-1 1-16,0 0-15,-24 24 32,-25 0-17,0 1 1,-1 24 0,-48 0-1,24 1 1,-50-1-1,0-25 1,26 1 0,-26-26-1</inkml:trace>
  <inkml:trace contextRef="#ctx0" brushRef="#br0" timeOffset="20079.6068">17487 11857 0,'0'0'0,"-25"-25"16,-24 25-1,24 0 1,-25 0 0,-24-25-1,-1 25 1,1-25-1,0-24 1,49 24 0,-25-25-1,25 25 1,25 1-16,75-1 31</inkml:trace>
  <inkml:trace contextRef="#ctx0" brushRef="#br0" timeOffset="20380.9208">17165 11906 0,'0'0'0,"0"-99"16,0 25 0,24-1-1,-24 26 1,25-1-1,-25 0 17</inkml:trace>
  <inkml:trace contextRef="#ctx0" brushRef="#br0" timeOffset="21164.9098">17289 11361 0,'49'74'15,"1"-49"1,-1 0 0,1-1-1,-25-24 1,0-24 0,-1-1 15,-48-25-16,-26 1 1,25 24 0,-24-25-1,-26 25 1,26 25 0,98 0 62,1 25-63,24-25 1,-24 0 0,24 0-1,-49 0 16,0-25-15,-75-24 15,25 24-15</inkml:trace>
  <inkml:trace contextRef="#ctx0" brushRef="#br0" timeOffset="21536.9624">17363 11013 0,'50'25'15,"-26"0"1,1 0-1,25-1 1,24 1 0,-24-25-1,-1-25 1,-24 25 0,0-49 15,-25 24-16,0-25 1,-25 26 0</inkml:trace>
  <inkml:trace contextRef="#ctx0" brushRef="#br0" timeOffset="21924.7988">17239 10666 0,'124'50'16,"-25"-1"-1,0-24 1,1 0-16,-26 0 15,-24-25 1,-26 0 15</inkml:trace>
  <inkml:trace contextRef="#ctx0" brushRef="#br0" timeOffset="22252.7067">17462 10840 0,'25'-50'16,"0"0"15,-25 26-15,25-26 0,-25 25-1,0 0 16,0 1-15</inkml:trace>
  <inkml:trace contextRef="#ctx0" brushRef="#br0" timeOffset="22693.052">17537 10468 0,'24'49'16,"1"-24"0,25 0-1,-1-25 1,-24 25-1,25-25 1,-1-25 0,-24 25-1,-25-50 1,-25 1 15,-24 49-15,-26-25-1,1 25 1,24 25 0,26-25 15,-1 24-15</inkml:trace>
  <inkml:trace contextRef="#ctx0" brushRef="#br0" timeOffset="23356.0038">17611 10269 0,'99'0'16,"-49"25"-1,-1-25 1,26 25-1,-50-25 1,-50-25 62,-25 25-62,-24-25-1,24-24 1,1 24 0,24-25-1,25 25 1,-25-24 0,25-1-1,25 25 1,-25 0-1</inkml:trace>
  <inkml:trace contextRef="#ctx0" brushRef="#br0" timeOffset="25645.2444">17437 10914 0,'-24'0'94,"-1"0"-47,0 25 0,25 0 47,0-1-48,25 1-14,0 0-1,-1 0 0,26 0-15,-25-25 31</inkml:trace>
  <inkml:trace contextRef="#ctx0" brushRef="#br0" timeOffset="28684.3602">19050 10765 0,'-50'0'0,"0"25"15,1 0 17,-1 0-17,25 24 1,-24 1-1,24-1 1,0 26 0,25-1-1,25 1 1,-25-26 0,25-24-1,0 0 1,24 0-1,1-25-15,-1-25 16,1 0 0,0-24-1,-1-26 17</inkml:trace>
  <inkml:trace contextRef="#ctx0" brushRef="#br0" timeOffset="29207.8463">19199 10939 0,'-25'99'15,"25"-49"1,25-1 0,-1-24-1,1 0 1,0 0 0,0-25-1,24-25 1,-24 0-1,0 0 1,0-24 0,0-1 15,-25-24-31,0 24 16,-25 0-1,-25 1 16,25 49-31,-24 25 16,-26 24 0,26 26-1,24-26 1,25-24 0,0 0-1</inkml:trace>
  <inkml:trace contextRef="#ctx0" brushRef="#br0" timeOffset="29822.7416">19819 10666 0,'-50'25'31,"25"0"-15,-24-1-1,-1 1 1,50 25 0,-25-25-1,25 24 17,25-49-17,25 0 1,-1 25-1,1-25 1,-1 0 0,1 25-1,-25-25 1,0 49 15,-25 1 0,-25-25-15,-25 0 0,25-1-1,-24-24-15,-1 0 16,1 0 0,24-24-1</inkml:trace>
  <inkml:trace contextRef="#ctx0" brushRef="#br0" timeOffset="32876.7496">20464 10393 0,'0'0'0,"-50"50"31,25-1-16,0-24 1,25 25 0,0-25-1,-24 49 1,24-49 0,0 24-1,0 1 1,24 0-1,-24-1 1,25 26 0,-25-26-1,25 1 1,25-1 0,-26-24 15,1 25-31,25-25 15,-25-25 1</inkml:trace>
  <inkml:trace contextRef="#ctx0" brushRef="#br0" timeOffset="33906.0668">20836 10641 0,'24'-25'31,"1"-24"1,0 24-17,0 0 1,24 0-1,-24 25 1,0 0 0,0 25 15,-25 25-15,0-1-1,0 1 1,0 24-1,-25-24 1,0 0 0,25-1-1,-25 1 1,1-25 0,-1 24 15,-25-49 0,75-25 47,0 1-62,24-1-1,1 25 1,-25-25 0,24 25-1,1 25 1,-25-25 0,0 0 15,-25-50 31</inkml:trace>
  <inkml:trace contextRef="#ctx0" brushRef="#br0" timeOffset="34731.993">21406 10220 0,'50'24'47,"-1"-24"-31,1 25-1,24 0 1,-24 0 0,0 24-1,-1 1 16,-24 24-31,-25 1 32,0-1-17,-25 25 1,-24 1 0,-1-26-1,25-24 1,-24-1-1</inkml:trace>
  <inkml:trace contextRef="#ctx0" brushRef="#br0" timeOffset="42602.9081">18504 10840 0,'0'74'15,"0"-49"1,0 24 0,0-24-1,0 25 1,0-1-1,25 1 1,-25 0 15,0 24-15,25 1 0,-25-1-1,24 0-15,-24 1 16,0-26-1,0-24 1,0 0 15,0 25 1,25-50 46,25 0-47,-1 0-15,1 0-1,0-25 1,-1 25-1,26 0 1,-1-25 0,0 25-1,1 0 1,24-25 0,0 25-1,-24 0 1,49-25-1,-25 25 1,0 0 0,25-24-1,-25 24 1,1-25 0,24 0-1,0 25 1,0-25-1,-25 25 1,25-25 0,-25 25-1,0-24 1,25 24 15,-24-25-15,-1 25-1,0-25 1,25 25 0,-25 0-1,1 0 1,-1 0 0,0 0-1,-25 0 16,26-25-31,-26 25 16,25 0 0,-49 0-1,24-25 1,-24 25 0,0-24-1,-26 24 1,1 0 15,0-50 32,-25 0-48,0 1 1,0-26-1,-25 26 1,0-51 0,25 26-1,-24 0 1,24-26 0,-25 1-1,25 25 1,-25-25-1,25-1 1,0 26 0,0-25-1,-25 24 17,25 26-17,0-1 1,0 25-1,-25 0 17,0 25-17,1-24 1,-26 24 0,25 0-1,-24 0 1,-1 0-1,0 0 1,1 0 0,-1 0-1,1 0 1,-26 0 0,26 24-1,-26-24 1,1 0-1,24 0 1,-24 25 0,-1-25-1,1 25 1,-1-25 0,1 25-1,-25 0 1,24 0-1,-24-1 1,0 1 0,25 0-1,-1-25 1,-24 25 0,25 0-1,-1-25 1,-24 24-1,25-24 1,-26 25 0,26-25 15,-25 25-15,24-25-1,-24 25 1,25-25-1,-26 25 17,26-1-17,-25-24-15,24 25 16,1 0 0,0-25-1,-1 25 1,1-25-1,-1 25 1,26-25 0,-26 0-1,26 0 1,-1 24 0,0-24-1,1 0 1,24 0-1,0 0 1,-24 0 0,24 25-1,-25-25 1,25 25 0,1-25 15,-1 25 47,25 24-47,0-24 0,0 25 1,25-1-1,-25-24-15,0 0-1,24 25 1,-24-26-1,25 26 1,0 0 0,-25-1 15,25-24-15,0 25-1,-25-26 1,0 1-1</inkml:trace>
  <inkml:trace contextRef="#ctx0" brushRef="#br0" timeOffset="46114.2676">20761 10740 0,'0'-24'125,"25"-26"-94,0 25 0,-25-24 16,25 24 0,24 0 0,-24 25 0,0-25 0,0 25-16,-1 0 16,1 0-16,0 0 0,0 0 32,0 50 15,-25-25-47,0-1 1,-25 26-1,50-25 0,-25 0 0,0 24 1,-25-24-1,25 25 0,0-26 0,0 1 1,-25 25-1,0-25 16,25-1 0,-25 1 15,1 0 16,-1-25 0,0 25 125,0-25-93,0 0 77,50-25-77,0 0-48,0 0-31,0 25 1,-1 0 15,1-24-16,25 24 0,-25 0 0,-1 0 1,26-25-1,-25 25 0,0 0 0,-1 0 1,1 0-1,0 0 16,0 0 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1:04:54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8359 2084 0,'-25'0'16,"0"0"0,0 0-1,-24 0 1,-1 0-1,25 0 17,-24 24-17,-26 1 1,26-25 0,-1 25-1,1 25 1,-1-26-1,0 1 1,26 0 0,-1 0-1,0 24 1,0-24 0,0 0-1,25 25 1,0-26-1,25 1 1,0 0 0,0 0-1,0 0 17,-1-1-17,26 1 1,-25 0-1,24-25 1,1 25 0,0 0-1,-26-25 1,26 25 15,0-25-31,-1 24 31,1-24-31,24 25 32,-24-25-32,24 0 15,-24 0 1,24 0 0,-24 0-1,24 0 1,-24 0-1,0 0 1,24 0 0,-24 0-1,-1 0 1,1-25 0,-1 25-1,1-24 1,0 24 15,-1-25-31,1 25 16,-25-25-1,24 0 17,-24 0-17,25 0 1,-1 1-1,-24-1 1,0 0 0,24 0-1,-24 0-15,0 1 16,0-1 0,-25 0-1,0-25 16,-25 1 16,-25-1-15,26 25-17,-1 1 1,0 24-1,-25-25 1,26 0 0,-26 0-1,-24 25 1,24-25 0,-24 1-1,-1 24 1,1-25-1,-1 25 1,-24 0 0,0-25-1,-25 25 1,25 25 0,-25-25-1,24 25 1,26-25-1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1:13:16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16594 6028 0,'-25'24'93,"25"26"-61,0 49-17,0 0 1,0 1-1,-25 24 1,25-50 0,0-24-16,0 24 15,0-49 1,0 49-16,0 1 16,0 49-1,0-25 1,0-25-1,0 26 17,0-26-17,0 0 1,0 1 0,0 24-1,0 50 1,0-100-16,0 125 15,0-75-15,0 1 16,0 73 0,0-74-1,0 1 1,0-76 0,0 26-1,0 0 1,0 24-1,0-49 1,0 24 15,0-24-31,0 50 16,0-26 0,0-24-1,0 25 126,0-1-126,0-24 1,0 0 0,50-25 109,24 0-110,26 0 1,-51 0 0,125 0-16,-25 0 15,-25 0 1,-50 0 15,-24 0-15,24 0-1,75-25 1,-25 25 0,50 0-1,-1-49 1,-49 49-1,-74-25-15,49 0 16,-74 25 0,25 0-1,-26 0-15,125 0 16,0 0 0,49 0-1,-24 0 1,-25-50-1,-75 50 17,1-25-17,-75-24 126,0-26-125,0-24-1,0 25-15,25-25 16,24 24-16,-49-24 15,0 0-15,0-100 32,25 150-32,-25-150 15,0 100-15,0 49 16,0-98 0,0 48-1,0-24 1,0 0-1,-25 50 1,0-25 0,25 0-1,0-26 1,0 51 0,0 24-16,0-24 15,0 49 1,-24 0-16,-1-24 31,25 24-15,0-49-1,0-1 1,0-24 0,0 74-1,0 0 110,-99 25-94,-125 0-15,125 0-16,-50 0 16,0 0-16,50 0 15,-99 0 1,49 0 0,25 0-1,25 0 1,24 0-16,-49 0 15,50 0 1,24 0-16,-99 0 16,75 0-1,0 0 1,-1 0 0,-24 0-1,-25 0 1,25 0 15,24 0-15,26 0-1,24-24 32,-25 24 0,25 0-31,-24 0-1,24 0 1,-25 0-16,26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6.77824" units="1/cm"/>
          <inkml:channelProperty channel="Y" name="resolution" value="26.75958" units="1/cm"/>
          <inkml:channelProperty channel="T" name="resolution" value="1" units="1/dev"/>
        </inkml:channelProperties>
      </inkml:inkSource>
      <inkml:timestamp xml:id="ts0" timeString="2016-09-06T21:15:51.6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719 273 0,'0'25'16,"0"24"-1,0 1 1,0-25-1,-25 24 1,25 1 15,0-25-15,0 0 0,25-1 15,25 1 0,-26-25-15,1-25-1,0 25 1,0 0 0</inkml:trace>
  <inkml:trace contextRef="#ctx0" brushRef="#br0" timeOffset="224.1174">942 397 0</inkml:trace>
  <inkml:trace contextRef="#ctx0" brushRef="#br0" timeOffset="352.4776">942 397 0</inkml:trace>
  <inkml:trace contextRef="#ctx0" brushRef="#br0" timeOffset="431.8907">967 546 0,'0'0'16,"0"25"0,25-25 30</inkml:trace>
  <inkml:trace contextRef="#ctx0" brushRef="#br0" timeOffset="1040.4361">1091 496 0,'0'50'16,"25"-75"62,0-25-62,0 25-1,-1 1 1,1 24 0,0 49 15,-25-24-16,0 0 17,50-50 30,-26 0-46,26 0-1,-25 1 1,0 48 15,-25 1-15,0 25 0,24-25-1,-24 0 1</inkml:trace>
  <inkml:trace contextRef="#ctx0" brushRef="#br0" timeOffset="1568.2348">397 695 0,'49'74'16,"-24"-24"0,0-1-1,0-24 1,-1 0 0,26 24 15</inkml:trace>
  <inkml:trace contextRef="#ctx0" brushRef="#br0" timeOffset="1858.1095">347 1017 0,'50'-50'0,"-26"1"15,26-26 1,0 1 15,-1 24-15,-24 1-1,0 49-15</inkml:trace>
  <inkml:trace contextRef="#ctx0" brushRef="#br0" timeOffset="2191.7679">694 843 0,'75'0'16,"-26"-24"0,1 24-1,-1 0 1,1 0-1,0 0 1</inkml:trace>
  <inkml:trace contextRef="#ctx0" brushRef="#br0" timeOffset="2642.2487">992 719 0,'25'0'15,"-1"0"1,26 25-1,0-25 1,-25 0 0,-1 50 15,-24-25 0,-24-1-15,-26 1-1,25 25 1,-25-25 15,100-75 16</inkml:trace>
  <inkml:trace contextRef="#ctx0" brushRef="#br0" timeOffset="3059.2389">1339 744 0,'-25'75'15,"1"-26"1,24 1 0,0-25-1,24-1 1,1 1 0,0-50-1,25-24 1,-1-1-1,-24 1 1,-25-1 0,0 25-1,-50 0 17,1 50-17,-1 0 1,25 0-1</inkml:trace>
  <inkml:trace contextRef="#ctx0" brushRef="#br0" timeOffset="4016.9909">2654 273 0,'-99'0'15,"49"25"1,25-1-1,0 26 17,100-25-1,-26-25-15,26 25-1,-26-1 16,-24 1-15,0 0 0,-50 25-1,0-25 1,-24-25 0,-1 24-1,1-24 1,24-24-1,0-1 17,25-25-17,50 25 1,-26 0 0,26 1-1</inkml:trace>
  <inkml:trace contextRef="#ctx0" brushRef="#br0" timeOffset="4192.953">2951 273 0,'25'-25'15</inkml:trace>
  <inkml:trace contextRef="#ctx0" brushRef="#br0" timeOffset="4433.4212">2976 397 0,'-25'74'16,"25"-49"0,0 0-1,25-75 48,0 1-48</inkml:trace>
  <inkml:trace contextRef="#ctx0" brushRef="#br0" timeOffset="5103.6702">3175 471 0,'0'75'15,"24"-125"48,1 0-48,0 1 1,25 24 0,-25 0-1,-1 25 1,1 75 15,-25-51-15,0 26-1,0-25 1,25-75 62,0 1-62,0-1-1,24 50 1,-24-25 0,25 50-1,-26 0 1,1 24 0,-25-24 15,-25 25-16,25-25 1,25-25 15</inkml:trace>
  <inkml:trace contextRef="#ctx0" brushRef="#br0" timeOffset="6529.0716">3224 397 0,'25'49'16,"-50"-24"0,25 0-1,0 25 32,0-75 16,25-50-32,25 51-15,-1-26-1,1 25 1,0 25-1,-26-25 1,26 50 0,-25-25-1,0 75 17,-25-51-17,0 1 1,0 0-1,0 25 17,0-75 61,0 0-77,-25-25 0,25 1-1,-25 24 1,-25 0 15,26 25-15,-26 25-1,0 0 1,1 24 0,24 1-1,0 0 17,25-25-1</inkml:trace>
  <inkml:trace contextRef="#ctx0" brushRef="#br0" timeOffset="7569.0128">4117 248 0,'124'-25'15,"-49"25"1,-50 25 0,-1 0-1,-48 0 1,-1-1 0,-25 1-1,0 0 1,1 0 15,24-25-15,50-25 46,24 25-46,1 0-1,0 0 1,-25 25 0,-1 24 15,-24-24-15,-49 0-1,-1 0 1,0 0-1,-24-25 1,24 0 0,-24 0-1,49-25 1,25 0 15,50 0-15,-1 0-1,1 1 1</inkml:trace>
  <inkml:trace contextRef="#ctx0" brushRef="#br0" timeOffset="7823.8169">4589 347 0,'49'50'15,"1"-25"1,-25 24 0,24-24-1,-24 0 1,0 0-1</inkml:trace>
  <inkml:trace contextRef="#ctx0" brushRef="#br0" timeOffset="8127.5954">4564 546 0,'124'-100'15,"-50"51"1,-24 24 0,-25 0-1</inkml:trace>
  <inkml:trace contextRef="#ctx0" brushRef="#br0" timeOffset="8965.2837">2431 645 0,'49'25'16,"26"-25"-1,24-25 1,0 25 0,50-25-1,0 25 1,49 0-1,-24-25 1,49 25 0,0 0-1,25 0 1,-24 0 0,-1 25-1,-74-25 1,-25 0-1,-75 0 1,-24 0 0</inkml:trace>
  <inkml:trace contextRef="#ctx0" brushRef="#br0" timeOffset="9799.455">2803 794 0,'-75'0'16,"1"25"0,-1-1-1,51 1 1,-1 0 15,99 0 0,-24 0-15,-1-25 0,1 24-1,-25 26 1,-25-25 0,-25 24-1,-25-24 1,1 0-1,24 0 17,-25-25-17,26-25 1,-1 0 0,25-24-1,0 24 1,25 0-16</inkml:trace>
  <inkml:trace contextRef="#ctx0" brushRef="#br0" timeOffset="10016.222">3001 843 0,'0'-49'16</inkml:trace>
  <inkml:trace contextRef="#ctx0" brushRef="#br0" timeOffset="10241.0049">2976 1017 0,'-25'74'16,"25"-49"-1,0-50 48</inkml:trace>
  <inkml:trace contextRef="#ctx0" brushRef="#br0" timeOffset="10736.7444">3199 967 0,'-24'75'16,"24"-26"-1,0-98 64,49-26-48,-24 26-16,0-1 1,25 50 0,-26 0-1,26 25 1,-25 0 0,-25 24-1,25 26 1,-25-26-1,0-24 1,24 0 15,1-50-15</inkml:trace>
  <inkml:trace contextRef="#ctx0" brushRef="#br0" timeOffset="11232.4343">4043 744 0,'74'0'15,"-24"0"1,24 0 0,1 0-1,-26 0 16,-24 0-15,-99 0 31</inkml:trace>
  <inkml:trace contextRef="#ctx0" brushRef="#br0" timeOffset="11808.52">4068 769 0,'0'50'16,"-25"-26"-1,25 1 1,0 0-1,-25 0 17,50-50 46,24 25-63,-24 0 1,25 0 0,-1 0-1,-24 25 1,0 0 0,0 24-1,-25-24 1,-25 0 15,0 0-15,-24-25-1,-1 24 1,0-24 0,26-24-1,24-1 16</inkml:trace>
  <inkml:trace contextRef="#ctx0" brushRef="#br0" timeOffset="12144.5175">4688 893 0,'49'50'15,"-24"-26"1,0 1 0,0 25 15,0-25 0</inkml:trace>
  <inkml:trace contextRef="#ctx0" brushRef="#br0" timeOffset="12480.1486">4638 1067 0,'0'0'0,"25"-50"16,25 25 0,-1-24-1,26-1 1,-51 25-1,1 0 32</inkml:trace>
  <inkml:trace contextRef="#ctx0" brushRef="#br0" timeOffset="23624.1158">5506 620 0,'75'0'15,"-26"0"1,26 0 0,-1-25-1,1 25 17,-1 0-17,-49 0 1,0 0-1,-50 0 32,0 0-31,-25 0 0</inkml:trace>
  <inkml:trace contextRef="#ctx0" brushRef="#br0" timeOffset="23960.6974">5581 744 0,'0'0'0,"74"-25"15,1 25 1,-1 0 0,25 0-1,-24 0 1,-26 0-1,-24 0 17</inkml:trace>
  <inkml:trace contextRef="#ctx0" brushRef="#br0" timeOffset="24953.1698">6771 198 0,'0'25'16,"-24"25"-1,24-25 1,-25 24 0,0-24-1,0 25 1,0-1-1,25-24 1,25 25 31,25-25-16,-1-25-15,-24 0-1,0-25 1,0 0 0</inkml:trace>
  <inkml:trace contextRef="#ctx0" brushRef="#br0" timeOffset="25288.7807">7069 322 0,'0'0'0,"0"50"78</inkml:trace>
  <inkml:trace contextRef="#ctx0" brushRef="#br0" timeOffset="25381.8647">7069 322 0</inkml:trace>
  <inkml:trace contextRef="#ctx0" brushRef="#br0" timeOffset="25497.0807">7044 496 0,'0'0'16,"-25"25"-16,25 0 31,0-50 31,25 0-30</inkml:trace>
  <inkml:trace contextRef="#ctx0" brushRef="#br0" timeOffset="26152.6723">7218 422 0,'0'74'16,"0"-49"15,25-75 32,24 25-48,-24 1 1,0 24-1,24 24 17,-49 1-1,-24 0 0,73-50 47,1 0-62,0-24 0,-1 49-1,1 0 1,-25 25-1,-1-1 1,1 1 0,-25 0-1,0 25 1,0-25 0</inkml:trace>
  <inkml:trace contextRef="#ctx0" brushRef="#br0" timeOffset="26729.2152">6374 670 0,'50'49'16,"-50"1"-1,25 24 1,0-24 0,0 0-1,-1-26 1,1 26-1,0-25 17,-25-50-17</inkml:trace>
  <inkml:trace contextRef="#ctx0" brushRef="#br0" timeOffset="27033.5072">6250 1017 0,'50'-25'16,"0"-24"-1,-1-1 1,1-24 0,24 24-1,1 0 1,-50 26 0,24 24-1</inkml:trace>
  <inkml:trace contextRef="#ctx0" brushRef="#br0" timeOffset="27350.4551">6722 868 0,'74'0'16,"1"0"0,-26 0-1,26 0 1,-26 25-1,1-25 1,-25 0 0</inkml:trace>
  <inkml:trace contextRef="#ctx0" brushRef="#br0" timeOffset="27750.8467">7019 769 0,'50'25'0,"0"-25"31,-26 25-15,26-25-1,-50 49 17,-25-24-17,0 0 1,-24 0-1,24-1 1,0 1 15</inkml:trace>
  <inkml:trace contextRef="#ctx0" brushRef="#br0" timeOffset="28184.5552">7391 868 0,'-74'75'15,"49"-26"1,0-24 0,50 0-1,0 0 17,49-50-17,-24 0 1,25 0-1,-26-24 1,-24-26 0,-25 50 15,-50 25-15,1 0-1,-1 25 1,0-25 15</inkml:trace>
  <inkml:trace contextRef="#ctx0" brushRef="#br0" timeOffset="29664.8887">8805 273 0,'-74'-25'15,"24"25"1,1 25 0,-1 0-1,25 24 1,0-24 0,50 0-1,0 0 1,25-1-1,-1 1 1,1 0 0,0 0-1,-26 25 17,-48-26-17,-26 1 1,0 0-1,1-25 1,-1 0 0,0 0-1,1-50 17,49 26-17,25-26 1</inkml:trace>
  <inkml:trace contextRef="#ctx0" brushRef="#br0" timeOffset="29936.3465">9103 347 0,'25'0'31</inkml:trace>
  <inkml:trace contextRef="#ctx0" brushRef="#br0" timeOffset="30160.8118">9128 496 0,'-25'75'15,"25"-51"17</inkml:trace>
  <inkml:trace contextRef="#ctx0" brushRef="#br0" timeOffset="30736.8359">9277 446 0,'0'50'16,"-25"0"0,25-25-1,0-50 63,25-25-46,-1 25-17,26-24 1,-25 24-1,24 25 1,-24 0 0,0 25 15,0 24-15,-25-24-1,0 25 1,0-25-1,0-1 1,25 1 31</inkml:trace>
  <inkml:trace contextRef="#ctx0" brushRef="#br0" timeOffset="31604.6891">9847 248 0,'99'0'16,"-24"0"0,-26 0-1,1 25 16,-25 0 1,-100 24-1,1-24-15,24-25-1,26 25 1,73-25 62,-24 0-62,25 0-1,-26 25 1,-24 24 15,-24-24-15,-26 0-1,0 0 1,-24 24 0,24-24-1,-24-25 1,49 0-1,0-25 1,1 1 0,24-26-1</inkml:trace>
  <inkml:trace contextRef="#ctx0" brushRef="#br0" timeOffset="32016.7802">10294 397 0,'0'0'0,"0"25"16,24 24-1,1-24 1,0 0-1,0 25 1,0-26 0,-1-24-1,1 25 1,0-25 15</inkml:trace>
  <inkml:trace contextRef="#ctx0" brushRef="#br0" timeOffset="32322.1678">10194 595 0,'100'-49'16,"-26"24"0,0-25-1,1 1 1,-50 24-1,-1 25 1</inkml:trace>
  <inkml:trace contextRef="#ctx0" brushRef="#br0" timeOffset="33156.3077">8433 744 0,'99'-25'15,"1"25"1,24 0 0,-25-24-1,50 24 1,0 0 0,-25 0-1,24 0 1,26 24-1,-25-24 1,-25 0 0,-25 0 15,-49 0-15,-25 0-1,-1 0 1</inkml:trace>
  <inkml:trace contextRef="#ctx0" brushRef="#br0" timeOffset="33681.9003">9326 843 0,'-25'100'15,"25"-51"1,-24 1 0,24-25-1,0 24 1,24-74 46</inkml:trace>
  <inkml:trace contextRef="#ctx0" brushRef="#br0" timeOffset="36208.7631">12774 645 0,'25'0'47,"-50"0"63,25 50-64,50-50-14,-50-25 15,-25 0-16,50 50 63,-75-25-48,25 0-14</inkml:trace>
  <inkml:trace contextRef="#ctx0" brushRef="#br0" timeOffset="41147.6566">14064 223 0,'0'50'15,"0"-1"1,0 1 0,-25 0-1,25-1 1,0 1 0,0-25-1</inkml:trace>
  <inkml:trace contextRef="#ctx0" brushRef="#br0" timeOffset="41672.9624">13245 695 0,'174'0'16,"-25"0"-1,0 0 1,0 0 0,24 0-1,26 0 1,-26 0 0,-24 0-1,-50 24 1,-49-24-1</inkml:trace>
  <inkml:trace contextRef="#ctx0" brushRef="#br0" timeOffset="42600.7567">13345 843 0,'-50'0'15,"25"25"1,0-25-1,1 50 17,48-25-1,26-25-15,-25 24-1,24 1 1,-24 0-1,0 0 1,-25 24 0,-25-24-1,0 0 1,1-25 0,-26 0-1,25 0 1,0 0-1,-24-50 17,74 26-17</inkml:trace>
  <inkml:trace contextRef="#ctx0" brushRef="#br0" timeOffset="42849.3857">13717 868 0,'24'-25'0,"-24"1"31</inkml:trace>
  <inkml:trace contextRef="#ctx0" brushRef="#br0" timeOffset="43032.7614">13717 1067 0,'-25'49'16,"25"1"15</inkml:trace>
  <inkml:trace contextRef="#ctx0" brushRef="#br0" timeOffset="43550.1119">13866 1017 0,'0'74'15,"0"-49"17,0-50 14,0 1-30,24-26 0,1 0-1,25 26 1,-1-1 0,-24 25-1,0 25 1,0-1-1,-25 26 17,0 0-17,-25-1 1,25 1 15,25-75 0</inkml:trace>
  <inkml:trace contextRef="#ctx0" brushRef="#br0" timeOffset="43896.5975">14362 868 0,'74'-25'16,"0"25"0,-24 0-1,24 0 1,-24 0 0,-25 0-1</inkml:trace>
  <inkml:trace contextRef="#ctx0" brushRef="#br0" timeOffset="44517.7501">14411 868 0,'-25'50'16,"25"-25"-1,-24-1 1,-1 26 15,74-75 63,-24 25-78,0 0-1,25 0 1,-1 0-1,-24 25 1,0 0 0,0 24-1,-25-24 1,0 0 0,-25 0-1,0 0 1,-25-25-1,1 0 1,24 0 0,0-25-1,0 0 17</inkml:trace>
  <inkml:trace contextRef="#ctx0" brushRef="#br0" timeOffset="44901.4009">14882 992 0,'50'50'15,"-50"-25"1,25-1-1,25 1 1,-26 0 15,1 0-15,0-25 0,0 0-1</inkml:trace>
  <inkml:trace contextRef="#ctx0" brushRef="#br0" timeOffset="45256.5902">14808 1166 0,'74'-25'16,"-24"-25"-1,-25 26 1,25-1 0,-1 0-1,-24 25 1,-25-25 0</inkml:trace>
  <inkml:trace contextRef="#ctx0" brushRef="#br1" timeOffset="72153.0948">10666 744 0,'25'-25'78,"-50"50"0,74-50-16,-98 50 17,49-50-48</inkml:trace>
  <inkml:trace contextRef="#ctx0" brushRef="#br1" timeOffset="73209.1573">11162 322 0,'74'-24'16,"-24"24"0,-1 0-1,1 24 1,-25-24 15,0 50-15,-50-50-1,-25 25 17,25 0-17,-24-25 1,24 0 0,75 0 46,-26 0-46,26 0-1,-25 24 1,0-24 0,-1 50 15,-73 0 0,24-50-15,-25 25-1,1-1 1,-1-24 0,-24 0-1,49 0 1,0-24-1,0-26 17</inkml:trace>
  <inkml:trace contextRef="#ctx0" brushRef="#br1" timeOffset="73672.6137">11608 397 0,'50'49'0,"-1"-24"31,-24 0-15,25 0 0,-25 0-1,0 0 1,-1-1 0,26-24 15</inkml:trace>
  <inkml:trace contextRef="#ctx0" brushRef="#br1" timeOffset="73993.6463">11658 595 0,'74'-49'15,"-24"-1"1,24 0-1,-49 26 1,25-1 0,-50 0 15</inkml:trace>
  <inkml:trace contextRef="#ctx0" brushRef="#br1" timeOffset="74698.1048">11013 719 0,'0'0'0,"50"0"16,-26 0-1,51 0 1,24 0-1,0 0 1,25 0 0,25-24-1,-25 24 1,-25 0 0,-24 0-1,-26 24 1,-73-24 15</inkml:trace>
  <inkml:trace contextRef="#ctx0" brushRef="#br1" timeOffset="75545.3993">11162 893 0,'49'-25'16,"1"25"-1,0 0 1,-26 0 0,-24 25 31,-49 0-32,-1 0 1,1-1-1,24 1 1,0-25 15,75 0 16,-1 0-31,-24 0-1,25 25 1,-26 0 15,-24 0 1,-24 24-17,-1-24 1,-25 0-1,1 0 1,-1-25 15,0 0-15,1 0 0,24-25-1,0-25 16</inkml:trace>
  <inkml:trace contextRef="#ctx0" brushRef="#br1" timeOffset="76132.9204">11509 943 0,'50'24'16,"-26"1"0,1 25-1,0-25 1,25-1 0,-1 1 15,-24 0-16,0 0 17,-25-50-1</inkml:trace>
  <inkml:trace contextRef="#ctx0" brushRef="#br1" timeOffset="76433.2191">11534 1166 0,'25'-50'16,"24"1"-1,26-1 1,-26 0 0,1 1-1,-50 24 16</inkml:trace>
  <inkml:trace contextRef="#ctx0" brushRef="#br1" timeOffset="84191.0213">6300 198 0,'0'50'46,"-25"-25"-30,25 0 0,-25 24-1,25 1 17,0-1-17,0 1 1,-24 0-1,24-1 1,-25 1 0,25 0-1,0-1 1,-25 26 0,25-26-1,-25 1 1,25-1-1,0 1 1,-25 0 0,25-1-1,0-24 1,0 0 15,0 0-15,0 24-1,50-24 32,0-50-31,-26 25 0,51 0-1,-26 0 1,26 0-1,-1 0 1,1 0 0,24 0-1,0 0 17,25 0-17,0 0 1,0 0-1,0 0 1,25 0 0,0 0-1,25 0 1,-26 25 0,1-25-1,0 0 1,0 0-1,0 0 1,0 25 0,-1-25-1,1 0 1,0 0 0,0 0-1,0 0 1,-25 0-1,25 0 1,-25 25 0,24-25-1,-24 0 1,0 0 0,0 0-1,0 24 1,0-24-1,1 0 1,-1 0 0,0 25-1,-25-25 17,25 0-17,0 0 1,0 0-1,-25 25 1,25-25 0,-25 0-1,1 0-15,-1 25 16,0-25 0,-25 0-1,-24 0 1,0 0-1,-26 0 1,-24-25 31,0-25-16,0 1-15,0 24-1,0-25 1,0 26 0,0-26-1,0 0 1,0 26 15,0-26-15,0 25-1,0-24 1,0 24 0,0 0-1,0 0 1,0-24 15,-24 24 16,-26 25-16,0 25 1,26-25-17,-26 0 1,25 0-1,-24 0 1,-1 0 0,0 0-1,1 0 1,-1 0 0,0-25-1,-24 25 1,24 0-1,1 0 1,-26 0 0,26 0-1,-26 0 1,26 0 0,-26 0-1,26 0 1,-26 0-1,26 0 1,-1 0 0,1 0 15,24 0-15,0 0-1,-25 0 1,50-50 46,0 1-30,0 24-17,0-25 1,-24 25-1,24 1 1,-25-26 0,25 25-1,-25-25 1,25 26 0,0-26-1,0 25 1,0-24-1,25 24 1,-25-25 0,0 25 15,-50 1 16,25 48-32,1-24 1,-26 0 0,0 0-1,1 0 1,-26 25 0,26-25-1,-51 0 1,26 0-1,-25 0 1,-25 0 0,25 0-1,-50 0 1,25 0 0,0 0-1,0-25 1,-25 25-1,25 0 1,-25 0 15,0 25-15,0-25 0,0 0-1,1-25 1,-1 25-1,-25 0 1,50 0 0,-25 0-1,1 0 1,24 0 0,-25-24-1,0 24 1,25 0-1,0-25 17,0 25-17,0 0 1,25 0 0,-25 0-1,24 25 1,26-1-1,-25-24-15</inkml:trace>
  <inkml:trace contextRef="#ctx0" brushRef="#br2" timeOffset="97369.0649">15503 670 0,'-50'25'15,"100"-1"48,-26-48-32,-73 24 32,98 0-1,-73 0 16</inkml:trace>
  <inkml:trace contextRef="#ctx0" brushRef="#br2" timeOffset="98155.1072">16148 273 0,'74'-25'16,"0"25"0,-24 0-1,0-25 17,-1 25-17,-24 0 1</inkml:trace>
  <inkml:trace contextRef="#ctx0" brushRef="#br2" timeOffset="98772.365">16197 248 0,'-25'50'16,"1"-1"-1,-1-24 1,25 0 0,49-25 93,-24 0-93,25 0-1,-25 0 1,24 25-1,-49-1 1,0 26 0,0-25-1,0 25 1,-49-26 0,24 1-1,-25-25 1,1 0-1,-26 0 1,26 0 0,24-25-1,25 1 17</inkml:trace>
  <inkml:trace contextRef="#ctx0" brushRef="#br2" timeOffset="99473.072">16644 397 0,'24'0'15,"1"25"1,25-1 0,-25 1-1,24 0 1,-24 0 0,25 0-1,-1 0 1,-24-25-1,25 49 17</inkml:trace>
  <inkml:trace contextRef="#ctx0" brushRef="#br2" timeOffset="99785.5058">16693 620 0,'0'0'0,"99"-74"16,-49 24 0,0 0-1,-1 1 1,-24 49 31</inkml:trace>
  <inkml:trace contextRef="#ctx0" brushRef="#br2" timeOffset="100425.0299">15899 744 0,'125'25'15,"-26"-25"1,25 0-1,25 0 1,24-25 0,-24 25-1,0 0 1,-25 25 0,-50-25-1,-49 0 1</inkml:trace>
  <inkml:trace contextRef="#ctx0" brushRef="#br2" timeOffset="100891.1409">16048 943 0,'75'0'0,"-1"0"16,-24 0 15,-1 0-15,1 0 0</inkml:trace>
  <inkml:trace contextRef="#ctx0" brushRef="#br2" timeOffset="101508.4192">16024 943 0,'-25'99'16,"25"-74"-1,-25-1 1,75-24 93,-1 0-93,-24 0 0,0 25-1,24 0 1,-24 0-1,-25 0 1,0-1 0,0 1-1,-25 0 1,-24 0 0,-1-25-1,1 0 1,24 0-1,-25 0 1,25-25 0,25 0 31</inkml:trace>
  <inkml:trace contextRef="#ctx0" brushRef="#br2" timeOffset="101865.6392">16520 1067 0,'74'49'16,"-49"-24"0,24 25-1,-24-26 1,25 1-1,-25 0 1,-1 0 15</inkml:trace>
  <inkml:trace contextRef="#ctx0" brushRef="#br2" timeOffset="102175.8078">16520 1315 0,'74'-75'16,"0"1"-1,-24 24 1,0 1 0,-50-1 30</inkml:trace>
  <inkml:trace contextRef="#ctx0" brushRef="#br2" timeOffset="105612.5613">13022 198 0,'0'50'16,"0"24"-1,0-24 1,0 49 0,0-24-1,0 24 1,0-25 0,0 26-1,0-26 1,0 25-1,0-24 1,0-1 0,-25 0-1,25 1 1,0-26 0,0 1-1,-24 0 1,48-26-1,-24 26 1,0-25 0,0 0 15,50-25 16,-25 0-32,0 0 1,24 0 0,1 0-1,24 0 1,-24 0 0,24 0-1,1 0 1,-1 0-1,0 0 1,26 0 0,-1 0-1,-25 0 17,26 24-17,-1-24 1,0 0-1,-25 0 1,26 0 0,-26 0-1,25 0 1,-24 0 0,-1 0-1,25 0 1,-24 0-1,-1 0 1,-24 0 0,24 0-1,-24 0 1,-1 0 0,1 0-1,0 0 16,-26-24-15,1 24 0,25-25-1,-25-25 17,-1 25-17,-24-24 1,25-1-1,-25 1 1,0-1 0,0 0-1,25 1 1,-25-1 0,25 1-1,-25-1 16,0 0-15,0 1 0,0-1-1,0 25 1,25-24 0,-25 24-1,24 25 63,26 0-62,-25 0 0,49 0-1,-24 0 1,24 0-1,1 0 1,-1 0 0,25 0-1,-24 0 1,24 0 0,-25 0-1,1 0 1,24 25-1,0-25 1,-24 0 0,24 0-1,-25 0 1,1 25 0,24-25 15,-25 0-16,26 0 1,-26 0 0,0 0-1,1 0 1,-1 0 0,-24 0-1,-1 0 1,-24 0-1,0-25 48,-50-25-32,25 25-15,0-24-1,0 24 1,0-25 15,0 1-31,0-1 32,0 0-17,0 1 1,0 24-1,0-25 1,0 1 0,0-1-1,-25 25 1,25 1 15,-49-1 0,24 25-15,0 25 0,-49-25-1,24 0 1,-24 0 0,-1 0-1,-24 0 1,-25 0-1,25 0 1,-25 0 0,0 0-1,-25 0 1,25 0 15,-25 0-15,0 0-1,0-25 1,-24 25 0,-1 0-1,25 0 1,-24 0 0,-1-25-1,25 50 1,-24-25-1,-1 0 1,0 0 0,1 0-16,-1 0 31,25 0-15,0 0-1,1 0 1,-1 25-1,25-25 1,25 0 0,24 24-1,1-24 1</inkml:trace>
  <inkml:trace contextRef="#ctx0" brushRef="#br0" timeOffset="114545.6136">1017 1836 0,'-25'49'31,"0"1"-15,25 24 0,-25 1-1,0-26 1,25 1 0,0-1-1,0 1 1,25-25-1,0 24 17,25-49-17,-26 0 1,26 0 0,0 0 15,-25-24-16</inkml:trace>
  <inkml:trace contextRef="#ctx0" brushRef="#br0" timeOffset="114769.7357">1314 2009 0,'25'-25'16,"-25"50"-1</inkml:trace>
  <inkml:trace contextRef="#ctx0" brushRef="#br0" timeOffset="114945.5552">1339 2183 0,'-25'74'16,"25"-49"15,25-50 0</inkml:trace>
  <inkml:trace contextRef="#ctx0" brushRef="#br0" timeOffset="115589.3338">1562 2183 0,'0'74'16,"0"-49"0,25-75 62,0 1-63,25-1 1,-26 25 0,1 25-1,0 25 16,0 25-15,-50-1 0,50-24-1,0-74 48,-1 24-48,1-25 1,25 1 0,-1 24-1,1 25 1,-25 25 0,0 24-1,-25-24 1,24 25-1,-24-1 1,25-24 0</inkml:trace>
  <inkml:trace contextRef="#ctx0" brushRef="#br0" timeOffset="116193.6959">818 2679 0,'75'124'16,"-51"-50"0,51-24-1,-26 24 1,26-24 0,-25 0-1,-26-26 1,1 1-1,0-25 1</inkml:trace>
  <inkml:trace contextRef="#ctx0" brushRef="#br0" timeOffset="116523.5833">893 3125 0,'49'-124'16,"1"50"-1,-1 0 1,1-1-1,-25 26 1,0-1 0,0 25-1,-1 0 32</inkml:trace>
  <inkml:trace contextRef="#ctx0" brushRef="#br0" timeOffset="116890.6199">1314 2877 0,'100'0'16,"-26"0"0,25 0-1,-24 0 1,24 25-1,-50-25 1,1 0 0,-25-25-1,-50 1 17</inkml:trace>
  <inkml:trace contextRef="#ctx0" brushRef="#br0" timeOffset="117217.1791">1662 2729 0,'124'49'15,"-75"-24"1,1 0 0,-50 0-1,0 24 1,-25-24 0,0 0-1,-24 0 32</inkml:trace>
  <inkml:trace contextRef="#ctx0" brushRef="#br0" timeOffset="117713.7858">2182 2778 0,'-74'124'15,"0"-49"1,49-1 0,25-24-1,25-26 1,24 1 0,26-25-1,-1-25 1,-24 1-1,24-26 1,-24 0 0,-25-24-1,-1 24 1,-24 1 0,-24 24-1,-51-25 1,1 50-1,-1 25 1,26-25 0</inkml:trace>
  <inkml:trace contextRef="#ctx0" brushRef="#br1" timeOffset="139663.5452">3745 1984 0,'-74'0'15,"24"0"1,1 25-1,24 0 1,0 0 0,25 0-1,0-1 1,50 1 0,-1 0-1,26 0 1,-26 0-1,26 24 1,-26 1 0,-24-1-1,-25-24 1,-25 25 15,0-25-15,-24-25-1,-26 24 1,1-48 0,0 24-1,24-25 1,25 0 0,25-25-1</inkml:trace>
  <inkml:trace contextRef="#ctx0" brushRef="#br1" timeOffset="139947.103">4142 1960 0,'25'0'31</inkml:trace>
  <inkml:trace contextRef="#ctx0" brushRef="#br1" timeOffset="140214.0977">4216 2158 0,'-24'99'16,"24"-49"0,0-25-1,0-1 1,0-48 62,24-26-62</inkml:trace>
  <inkml:trace contextRef="#ctx0" brushRef="#br1" timeOffset="140786.3498">4465 2108 0,'24'75'16,"-24"-26"-1,-24 1 1,24-25-1,0-75 79,24 1-78,1-26-1,25 26 1,-1-1 0,1 25-1,-25 25 1,24 25 0,1 25-1,-25-1 1,-25 1-1,0 24 1,0-24 0,0-25-1,25 24 17,24-98-1</inkml:trace>
  <inkml:trace contextRef="#ctx0" brushRef="#br1" timeOffset="141649.6008">5357 1935 0,'75'-25'15,"-1"25"16,26 0-15,-51 25 0,-24 24-1,0-24 1,-50 25 0,-25-1-1,26-24 1,-26 0-1,0 0 1,26-25 0,73-25 46,1 0-46,-1 25-1,1 25 1,-25-25 0,0 50-1,-1-26 1,-48 26 0,-1 0-1,-25-26 1,1 1-1,-1-25 1,-24 0 0,24 0-1,0-25 1,50-24 15</inkml:trace>
  <inkml:trace contextRef="#ctx0" brushRef="#br1" timeOffset="141999.1738">6027 2158 0,'99'74'16,"-49"-24"-1,24-25 1,-24 24-1,-25-24 1,0-25 0,-1 0 15</inkml:trace>
  <inkml:trace contextRef="#ctx0" brushRef="#br1" timeOffset="142273.7013">6102 2406 0,'49'-74'15,"26"24"1,-1-24 0,-24 24-1,-26 0 1,-24 26 15</inkml:trace>
  <inkml:trace contextRef="#ctx0" brushRef="#br1" timeOffset="143117.0062">3522 2580 0,'50'24'0,"24"-24"16,25 0 15,25 0-15,25 0 0,25 0-1,-1 0 1,26 0-1,-1-24 1,25 24 0,25 0-1,-24 0 1,24 0 0,-75 0-1,1 24 1,-75-24-1,-24 0 1,-125-24 31</inkml:trace>
  <inkml:trace contextRef="#ctx0" brushRef="#br1" timeOffset="143951.1394">4564 2828 0,'49'0'0,"1"-25"16,24 25-1,1 0 17,-50 25-17,-1 24 16,-73-24-15,-1 25 0,1-25-1,-26-1 1,50-24 0,50 0 46,25 0-46,24 0-1,-49 25 1,25 0 0,-50 0-1,0 24 1,-25 1-1,0-25 1,-25 24 0,1-49-1,-26 0 1,1 0 0,24-24-1,26 24 1,-1-50 15,25 25-31</inkml:trace>
  <inkml:trace contextRef="#ctx0" brushRef="#br1" timeOffset="144312.8484">5085 2977 0,'74'49'0,"-24"1"31,-26-25-15,1 24-1,25-24 1,-25 0 15,-1-25 0</inkml:trace>
  <inkml:trace contextRef="#ctx0" brushRef="#br1" timeOffset="144635.2467">5109 3225 0,'50'-75'16,"24"1"-1,1-1 1,-26 26 0,1 24-1</inkml:trace>
  <inkml:trace contextRef="#ctx0" brushRef="#br2" timeOffset="152659.7992">6970 2604 0,'25'0'78,"-1"0"-62,-73-24 46,24 48-46,0 1 15,50 0 1,25-50-17,-26 25 1,-48-49 31,-26 49-32,25 24 1,-24-24 0</inkml:trace>
  <inkml:trace contextRef="#ctx0" brushRef="#br2" timeOffset="153977.8964">7962 1935 0,'124'0'16,"-50"0"-1,26-25 1,-1 25-1,-25 0 1,-24 0 0</inkml:trace>
  <inkml:trace contextRef="#ctx0" brushRef="#br2" timeOffset="154665.6773">7987 1960 0,'0'49'0,"0"1"47,-25-25-31,25-1 31,50-48 15,-1 24-46,1 0 0,-1 0-1,1 24 1,0 26-1,-26 0 1,-24-1 0,0 1-1,0-1 1,-49 1 0,-1-25-1,-24 0 1,-1-25-1,1 0 1,-25-25 0,24 0-1,26 0 1,24 0 0,50 1 15</inkml:trace>
  <inkml:trace contextRef="#ctx0" brushRef="#br2" timeOffset="155161.8351">8706 2084 0,'50'49'16,"-1"-24"-1,1 25 1,0-1-1,-1 1 1,1-1 0,-1-24-1,1 0 1,0 0 0,-26 0 15</inkml:trace>
  <inkml:trace contextRef="#ctx0" brushRef="#br2" timeOffset="155465.962">8781 2406 0,'49'-25'16,"26"-24"-1,-1-1 1,25-24 0,-24 24-1,-26 0 1,-24 26-1,-50 24 32</inkml:trace>
  <inkml:trace contextRef="#ctx0" brushRef="#br2" timeOffset="156136.481">7640 2629 0,'198'0'16,"-49"0"-1,49 0 1,25 0 0,1 25-1,24-25 1,-25 0-1,0 0 1,-24 25 0,-75 0-1,-50-25 1</inkml:trace>
  <inkml:trace contextRef="#ctx0" brushRef="#br2" timeOffset="157048.0897">7962 2977 0,'-99'24'16,"24"1"-1,51 0 1,-1 25 15,50-26-15,49-24-1,-24 25 1,24 0 15,-49 25-15,0-26 0,-25 26-1,-25 0 1,-25-26-1,1-24 1,-26 0 0,26 0-1,-1-24 1,25-1 0,25-25-1,0 1 1</inkml:trace>
  <inkml:trace contextRef="#ctx0" brushRef="#br2" timeOffset="157257.4586">8185 3076 0,'25'-25'16,"0"25"0</inkml:trace>
  <inkml:trace contextRef="#ctx0" brushRef="#br2" timeOffset="157497.7906">8185 3274 0,'0'50'15,"0"-25"1,25-50 78</inkml:trace>
  <inkml:trace contextRef="#ctx0" brushRef="#br2" timeOffset="157998.6377">8359 3175 0,'-25'99'16,"25"-49"-1,0-25 17,25-75 30,-25-24-46,49 24-1,-24 25 1,25 0 0,-25 25-1,24 25 1,-49 0 0,25 25-1,-25-1 1,0 1-1,0-25 1,25-25 31</inkml:trace>
  <inkml:trace contextRef="#ctx0" brushRef="#br2" timeOffset="158315.6269">8979 2877 0,'149'-24'16,"-50"24"-1,-49 0 1,-1 0-1,-24 0 1</inkml:trace>
  <inkml:trace contextRef="#ctx0" brushRef="#br2" timeOffset="158949.6367">8954 2952 0,'0'49'16,"0"1"15,25-50 32,0-25-48,24 25 1,1 0-1,0 0 1,-26 25 0,26 25-1,-50-1 1,25 1 0,-25-1-1,0 1 1,-50-25-1,1 0 1,-1-1 0,-24-24-1,24-24 17,0-1-17,26 25 1,-1-50 15</inkml:trace>
  <inkml:trace contextRef="#ctx0" brushRef="#br2" timeOffset="159289.5407">9500 3076 0,'74'74'16,"-49"-49"-1,0 25 1,25-1 0,-26-24-1,1 0 1,0-25 31</inkml:trace>
  <inkml:trace contextRef="#ctx0" brushRef="#br2" timeOffset="159577.5067">9500 3349 0,'99'-75'0,"-49"26"32,24-26-17,-24 26 1,-25 24-1,-25 0 17</inkml:trace>
  <inkml:trace contextRef="#ctx0" brushRef="#br3" timeOffset="169881.9037">10691 2729 0,'49'0'15,"-24"0"1,25-25 0,-100 25 46,25 25-46,75-25 46,-25 0-46,-75-25 46</inkml:trace>
  <inkml:trace contextRef="#ctx0" brushRef="#br3" timeOffset="171462.2368">11707 124 0,'-49'-25'15,"-1"25"1,1 25-1,-26-25 1,26 25 0,-26 0-1,1-1 1,24 1 0,1 0-1,-26 25 16,26-26-15,-1 1 0,0 25-1,26-1 1,24-24 0,0 25-1,0-25 1,0 0-1,24 24 1,26-24 0,0 0-1,24-25 1,0 0 0,26 25 15,-26-25-16,0 0 1,1 0 0,-1 0-1,1 0-15,-1-25 16,25 25 0,-24-25-1,-1 25 1,1-25-1,-26 0 1,26 1 0,-26-26-1,1 25 1,-25-25 0,-25 1 15,24-1-16,-48 1 1,-1-1 0,0 0-1,-49 1 1,-1 24 0,-24 0-1,-25 0 1,25 25-1,-1 25 1,51-25-16</inkml:trace>
  <inkml:trace contextRef="#ctx0" brushRef="#br3" timeOffset="173130.0312">16520 868 0,'-75'-25'15,"50"1"1,-24 24 0,-26 0-1,1 0 1,24 0-1,-24 24 1,-25 1 0,24 0-1,-24 25 1,25-1 0,-1 1-1,26 24 1,-1 1-1,50-1 1,0-24 0,25 24-1,0-24 17,24-1-17,26 1 1,24-25-1,25-1 1,0-24 0,25 0-1,-25 0 1,25-24 0,-25-26-1,0 25 1,-50-49-1,25 24 1,-24-24 0,-26 24-1,-24 1 1,-25-1 15,-25-24-15,1 24-1,-76-24-15,26 49 16,-25-25 0,-25 25-1,-25 25 1,25 0 0</inkml:trace>
  <inkml:trace contextRef="#ctx0" brushRef="#br3" timeOffset="174433.9268">11707 2084 0,'50'-50'16,"0"50"-1,49 0 1,-25 0 0,-49 25-1,0 24 1,-75-24-1,-24 25 1,0-1 0,24-24-1,0 0 1,100-25 46,24 0-46,1 0 0,-26 25-1,1 0 1,-25-1 0,-25 1-1,-25 25 1,-25-25-1,-24 24 1,0-24 0,-26-25-1,51 0 1,-26-25 0,50 0-1,1 1 1,48-1-1</inkml:trace>
  <inkml:trace contextRef="#ctx0" brushRef="#br3" timeOffset="174798.9202">12402 2257 0,'99'99'16,"-24"-74"0,-26 25-1,26-25 1,-51-1 0,26 1-1</inkml:trace>
  <inkml:trace contextRef="#ctx0" brushRef="#br3" timeOffset="175073.7589">12402 2530 0,'50'-74'15,"24"24"1,25 0 0,-24-24-1,-1 0 1,-24 49-1,-50 0 1</inkml:trace>
  <inkml:trace contextRef="#ctx0" brushRef="#br3" timeOffset="175783.2489">11435 2679 0,'49'0'16,"1"0"0,49 0-1,0-25 1,25 25 0,25 0-1,0 0 1,25 0-1,-1-25 1,26 25 15,-26 0-15,-49 25 0,-49 0-1,-26-25-15</inkml:trace>
  <inkml:trace contextRef="#ctx0" brushRef="#br3" timeOffset="176267.0638">11707 2902 0,'100'0'15,"-1"0"1,25 0 0,-50 0-1,-24 0 1</inkml:trace>
  <inkml:trace contextRef="#ctx0" brushRef="#br3" timeOffset="176914.1554">11732 2902 0,'0'50'16,"0"-25"0,0 24-1,-25-24 17,25 0-1,25-25 16,0-25-32,25 0 1,-1 0 0,1 50-1,-25 0 1,24 0-1,1 24 1,-25-24 0,0 25-1,-25-1 1,0 1 0,-50-25-1,0 0 1,-24-25-1,0 0 1,-26 0 0,26-25-1,24 25 1,25-25 0,25-25 15</inkml:trace>
  <inkml:trace contextRef="#ctx0" brushRef="#br3" timeOffset="177281.7467">12328 3026 0,'99'75'15,"-50"-26"1,26 1 15,-26-1-15,26 1-1,-50-25 1,24-25 0</inkml:trace>
  <inkml:trace contextRef="#ctx0" brushRef="#br3" timeOffset="177618.0307">12452 3349 0,'24'-25'15,"1"-25"1,25 1 0,-1-26-1,1 1 1,0 24-1,-1 25 1,-74 1 31</inkml:trace>
  <inkml:trace contextRef="#ctx0" brushRef="#br0" timeOffset="197588.502">4316 4242 0,'99'-50'16,"-49"0"0,-26 26-1,1 48 48,-25 26-48,-25 24 1,25 1 0,0-1-1,0 25 1,-24 1 15,24-26-15,0 25-1,-25-24 1,25-26 0,0 1-1,-25-25 17,0-25 46,0-25-63,1 25 1,-1 0 0,0 0 15,50 25 16,24-25-32,1 0 1,24 0 0,1 25-1,24-25 1,-49 0-1,-1 0 1,-24-25 0</inkml:trace>
  <inkml:trace contextRef="#ctx0" brushRef="#br0" timeOffset="198389.3301">6250 4614 0,'-24'24'15,"73"-48"32,-24-1-16,-25 0 1,-50 25-1,50 25 0,25 0 0,0-25 1,-50-50-1</inkml:trace>
  <inkml:trace contextRef="#ctx0" brushRef="#br0" timeOffset="199545.4474">7764 4291 0,'99'-74'15,"-25"24"1,-24 25-1,-1 1 1,-49 98 47,0 0-48,-24 26 1,-1-1-1,25 25 1,0-25 0,25 0-1,-25 1 1,0-26 0,24 0-1,-24-24 1,-24-25-1,-1 0 17,0-1-1,0-48 0,0 24-15,1 0-1,-26 0 1,25 0 0,0 0-1,50 24 63,50-24-62,24 0 0,0 0-1,25 25 1,-50-25 15,-24 0-15,0-49-1</inkml:trace>
  <inkml:trace contextRef="#ctx0" brushRef="#br0" timeOffset="200541.5169">10170 4638 0,'-25'0'32,"0"25"15,75 0-16,-26-50-16,1 0 17,-74 25-1,24 0-15,-25 25-1,50 0 16,50-25-15,-1 0 0,-24 0-1,-25-25 48</inkml:trace>
  <inkml:trace contextRef="#ctx0" brushRef="#br0" timeOffset="208714.369">12402 2108 0,'25'0'31,"0"-24"-15,-1 24-1,1-25 1,0 0-1,25 0 1,-26 0 15,-24 75 63,0 0-78,0-1-1,0 1 1,0-1 0,0 1-1,0 0 1,0 24-1,0-24 1,0 24 0,0-24-1,0-1 1,-24 26 0,24-26-1,0 26 1,0-26-1,-25 26 1,25-26 15,-25 1-15,25 24 0,0-24-1,0 24 1,-25-24-1,25 0 1,0-1 0,0 1-1,0-1-15,-25 1 16,25-25 0,25 24 15,-25-73 16</inkml:trace>
  <inkml:trace contextRef="#ctx0" brushRef="#br0" timeOffset="209200.1877">12352 3597 0,'50'0'15,"24"0"1,1-25 0,-26 25-1,1 25 1,-25-25-1,0 0 1</inkml:trace>
  <inkml:trace contextRef="#ctx0" brushRef="#br0" timeOffset="212920.6306">11286 4167 0,'248'-25'0,"-149"50"31,-49 0-15,-1 0-1,-74 0 1,-24 24 0,-26 1-1,-24-25 1,74-1 0,-24-24-1,98 0 32,26-24-31,-26 24-1,51 24 1,-26 1 0,-49 0-1,0 25 1,-50-26-1,-25 26 1,1-25 0,-26 0-1,1-25 1,-1 0 0,1-25 15,24 0-31</inkml:trace>
  <inkml:trace contextRef="#ctx0" brushRef="#br0" timeOffset="213421.1411">11063 4862 0,'198'0'15,"-74"-25"1,25 25 0,24 25-1,1-25 1,0 0 0,-25 0-1,-75 0 1</inkml:trace>
  <inkml:trace contextRef="#ctx0" brushRef="#br0" timeOffset="213945.6729">11583 5060 0,'199'0'15,"-75"0"1,-50 25 0,-24-25-1,-75 0 32</inkml:trace>
  <inkml:trace contextRef="#ctx0" brushRef="#br0" timeOffset="214572.2718">11583 5085 0,'0'0'0,"0"50"0,-24-1 15,24-24 32,49-50 31,-24 25-62,25 0-1,24 25 1,1 0 0,-1 24-1,0 1 1,-24 0 0,0 24-1,-26-24 1,-24-1-1,-24 1 1,-26-25 0,0-1-1,-49-24 1,25 0 0,-26-24-1,26-26 1,0 25-1,-1 0 1</inkml:trace>
  <inkml:trace contextRef="#ctx0" brushRef="#br0" timeOffset="216357.4387">7267 6350 0,'199'25'16,"-125"24"0,-74-24-1,-24 25 1,-26-1 0,-25-24-1,1 0 1,24-25-1,1 0 1,148-25 47,-25 25-48,26 0 1,-26 25-1,-24 25 1,-50-26 0,0 1-1,-25 25 1,-25-25 0,-49-25-1,25 24 1,-26-48-1,51 24 1,-26-25 0,51 25-1</inkml:trace>
  <inkml:trace contextRef="#ctx0" brushRef="#br0" timeOffset="216774.5201">6970 7045 0,'173'0'15,"-49"0"1,50 0-1,25 24 1,-26-24 0,-24 0-1,-25 25 1,-74-25 0</inkml:trace>
  <inkml:trace contextRef="#ctx0" brushRef="#br0" timeOffset="217158.0615">7516 7218 0,'173'0'16,"-74"25"0,1-25-1,-26 25 1,0-25 0,-49 0 15</inkml:trace>
  <inkml:trace contextRef="#ctx0" brushRef="#br0" timeOffset="217875.5861">7565 7218 0,'-25'75'16,"1"-51"-1,-1 1 1,25 0 15,25-25 32,-1 0-48,26 0 1,24 0 0,-24 0-1,24 25 1,-24 24 0,0 1-1,-1 24 1,1-24-1,-25 0 1,-1-1 0,-24 1-1,-24-1 1,-26-24 0,0 0-1,-49-25 1,0-25 15,25 0-15,-1 1-1,26-1 1,24-25 0</inkml:trace>
  <inkml:trace contextRef="#ctx0" brushRef="#br0" timeOffset="219243.6971">6325 5829 0,'49'124'16,"-49"-25"0,-24 50-1,-1 25 1,0-1 0,25 1-1,-25 0 1,0-1-1,25 1 1,0 24 0,0-49-1,25-25 1,-25-25 0,25 1-1,25-51 1,-1 26-1,51-26 17,-1-24-17,50 25 1,-1-1 0,26 26-1,24-26 1,51 26-1,-1 24 1,0-25 0,-25 1-1,0-26 1,-74-49 0,-50 0-16,-49-49 15,-1-50 1,-49-25 15,0-25-15,-24-25-1,24-24 1,0-1 0,0 26-1,24-51 1,1 26-1,0 24 1,0 1 0,0-1-1,-1 25 1,1 50 0,-25 0-1,-49 24 1,-1 26 15,-49 24-15,-25 0-1,0 0 1,-75 1 0,-24-26-1,-25 25-15,-50-24 16,1 24-1,-1 0 1,50 50 0,0 0-1,74-1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3CE68C9-9409-4983-89B0-48A2FB57F6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3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F707-84E2-4314-9611-EE64A45DB264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A8BAA2E-ADAC-48D3-95DD-7CF823A4D9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97C5F-787A-4450-8E69-A03DF2D846D9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764C-9AC6-4DC1-8F25-5AF685F248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2EF1-A3EB-4715-999A-B3EBF61D7089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516A31-C283-4082-A493-0B19D560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6B38-86B1-4F8D-AC37-F4EE8804BF6D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E70A-C71C-4BB2-81E7-24B87B106E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65D1-7407-4BF5-BAF5-A46895FA6047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EFCC-142F-45A7-8B97-2A9D697379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44958-C679-4A5D-924D-AC88FC1C757D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2078-1B40-4DC5-9DBB-8478E24CBA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F9FA2-A5B9-4FBD-83CB-1164F7A20BC3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454C7-DE8E-4DB9-94DC-D8FF9BF5AB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A7C8-4537-4777-8290-95A26C8597B3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ED735-9BF6-4B47-BEC2-6793A1F6D6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04E9-C40A-4F3A-A964-C50B50E220B0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1A6330E-6F2F-4BFE-825B-226E285AEBB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E8A0-2AE6-42E6-9573-8E0B29434A24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03723-10BA-4FC1-B296-5ABF1C3E9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C0F-334D-45A8-8F2C-358E1AF9AE67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F2351-CFAC-441B-8D90-E777155495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C68C172-C30C-4570-835E-D50F1C1101DE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1D85D01-42D4-4198-BC3A-6168E343D8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4.emf"/><Relationship Id="rId4" Type="http://schemas.openxmlformats.org/officeDocument/2006/relationships/image" Target="../media/image11.wmf"/><Relationship Id="rId9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emf"/><Relationship Id="rId4" Type="http://schemas.openxmlformats.org/officeDocument/2006/relationships/image" Target="../media/image11.wmf"/><Relationship Id="rId9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customXml" Target="../ink/ink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image" Target="../media/image23.emf"/><Relationship Id="rId5" Type="http://schemas.openxmlformats.org/officeDocument/2006/relationships/oleObject" Target="../embeddings/oleObject19.bin"/><Relationship Id="rId10" Type="http://schemas.openxmlformats.org/officeDocument/2006/relationships/customXml" Target="../ink/ink4.xml"/><Relationship Id="rId4" Type="http://schemas.openxmlformats.org/officeDocument/2006/relationships/image" Target="../media/image20.wmf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6.emf"/><Relationship Id="rId4" Type="http://schemas.openxmlformats.org/officeDocument/2006/relationships/image" Target="../media/image11.wmf"/><Relationship Id="rId9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customXml" Target="../ink/ink6.xml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0.bin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924800" cy="685800"/>
          </a:xfrm>
        </p:spPr>
        <p:txBody>
          <a:bodyPr/>
          <a:lstStyle/>
          <a:p>
            <a:r>
              <a:rPr lang="en-US" sz="3600" dirty="0" smtClean="0"/>
              <a:t>Warm Up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229600" cy="5029200"/>
          </a:xfrm>
        </p:spPr>
        <p:txBody>
          <a:bodyPr/>
          <a:lstStyle/>
          <a:p>
            <a:r>
              <a:rPr lang="en-US" sz="2800" dirty="0" smtClean="0"/>
              <a:t>1 &amp; 2 from ½ sheet handout</a:t>
            </a:r>
          </a:p>
          <a:p>
            <a:r>
              <a:rPr lang="en-US" sz="2800" dirty="0" smtClean="0"/>
              <a:t>3)  Show that </a:t>
            </a:r>
            <a:r>
              <a:rPr lang="en-US" sz="2800" i="1" dirty="0" smtClean="0"/>
              <a:t>p(x)</a:t>
            </a:r>
            <a:r>
              <a:rPr lang="en-US" sz="2800" dirty="0" smtClean="0"/>
              <a:t> = 2x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 – 5x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– 10x + 5 has a root in [-1, 2].</a:t>
            </a:r>
          </a:p>
          <a:p>
            <a:endParaRPr lang="en-US" sz="2800" dirty="0" smtClean="0"/>
          </a:p>
          <a:p>
            <a:r>
              <a:rPr lang="en-US" sz="2800" dirty="0" smtClean="0"/>
              <a:t>4)  Use the definition of continuity to show that f(x) is continuous at x=2 when</a:t>
            </a:r>
          </a:p>
          <a:p>
            <a:pPr>
              <a:buNone/>
            </a:pPr>
            <a:endParaRPr lang="en-US" sz="2800" dirty="0" smtClean="0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019800" y="3581400"/>
          <a:ext cx="2799189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1" name="Equation" r:id="rId3" imgW="1346200" imgH="660400" progId="Equation.DSMT4">
                  <p:embed/>
                </p:oleObj>
              </mc:Choice>
              <mc:Fallback>
                <p:oleObj name="Equation" r:id="rId3" imgW="1346200" imgH="6604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581400"/>
                        <a:ext cx="2799189" cy="1373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smtClean="0"/>
              <a:t>2.6  Trig Limits and Continuity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467600" cy="1143000"/>
          </a:xfrm>
        </p:spPr>
        <p:txBody>
          <a:bodyPr/>
          <a:lstStyle/>
          <a:p>
            <a:r>
              <a:rPr lang="en-US" dirty="0" smtClean="0"/>
              <a:t>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990600"/>
            <a:ext cx="8610600" cy="4525963"/>
          </a:xfrm>
        </p:spPr>
        <p:txBody>
          <a:bodyPr/>
          <a:lstStyle/>
          <a:p>
            <a:r>
              <a:rPr lang="en-US" sz="2400" dirty="0" smtClean="0"/>
              <a:t>A limit symbol can be moved through a function sign provided the limit of the expression inside the function sign exists and the function is continuous at this limit.  </a:t>
            </a:r>
          </a:p>
          <a:p>
            <a:r>
              <a:rPr lang="en-US" sz="2400" b="1" dirty="0" smtClean="0"/>
              <a:t>This means:  </a:t>
            </a:r>
            <a:r>
              <a:rPr lang="en-US" sz="2400" dirty="0" smtClean="0"/>
              <a:t>If limit of </a:t>
            </a:r>
            <a:r>
              <a:rPr lang="en-US" sz="2400" i="1" dirty="0" smtClean="0"/>
              <a:t>g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as </a:t>
            </a:r>
            <a:r>
              <a:rPr lang="en-US" sz="2400" i="1" dirty="0" smtClean="0"/>
              <a:t>x</a:t>
            </a:r>
            <a:r>
              <a:rPr lang="en-US" sz="2400" dirty="0" smtClean="0"/>
              <a:t> approaches </a:t>
            </a:r>
            <a:r>
              <a:rPr lang="en-US" sz="2400" i="1" dirty="0" smtClean="0"/>
              <a:t>c</a:t>
            </a:r>
            <a:r>
              <a:rPr lang="en-US" sz="2400" dirty="0" smtClean="0"/>
              <a:t> exists, and </a:t>
            </a:r>
            <a:r>
              <a:rPr lang="en-US" sz="2400" i="1" dirty="0" smtClean="0"/>
              <a:t>f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continuous at </a:t>
            </a:r>
            <a:r>
              <a:rPr lang="en-US" sz="2400" i="1" dirty="0" smtClean="0"/>
              <a:t>c</a:t>
            </a:r>
            <a:r>
              <a:rPr lang="en-US" sz="2400" dirty="0" smtClean="0"/>
              <a:t>, we can use these.</a:t>
            </a:r>
            <a:endParaRPr lang="en-US" sz="2400" dirty="0"/>
          </a:p>
        </p:txBody>
      </p:sp>
      <p:graphicFrame>
        <p:nvGraphicFramePr>
          <p:cNvPr id="137218" name="Content Placeholder 3"/>
          <p:cNvGraphicFramePr>
            <a:graphicFrameLocks noChangeAspect="1"/>
          </p:cNvGraphicFramePr>
          <p:nvPr/>
        </p:nvGraphicFramePr>
        <p:xfrm>
          <a:off x="914400" y="3048000"/>
          <a:ext cx="47275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0" name="Equation" r:id="rId3" imgW="1625600" imgH="279400" progId="Equation.DSMT4">
                  <p:embed/>
                </p:oleObj>
              </mc:Choice>
              <mc:Fallback>
                <p:oleObj name="Equation" r:id="rId3" imgW="1625600" imgH="279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48000"/>
                        <a:ext cx="4727575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9" name="Content Placeholder 3"/>
          <p:cNvGraphicFramePr>
            <a:graphicFrameLocks noChangeAspect="1"/>
          </p:cNvGraphicFramePr>
          <p:nvPr/>
        </p:nvGraphicFramePr>
        <p:xfrm>
          <a:off x="4343400" y="3810000"/>
          <a:ext cx="38036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1" name="Equation" r:id="rId5" imgW="1307532" imgH="355446" progId="Equation.DSMT4">
                  <p:embed/>
                </p:oleObj>
              </mc:Choice>
              <mc:Fallback>
                <p:oleObj name="Equation" r:id="rId5" imgW="1307532" imgH="355446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810000"/>
                        <a:ext cx="38036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372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6705600" cy="1143000"/>
          </a:xfrm>
        </p:spPr>
        <p:txBody>
          <a:bodyPr/>
          <a:lstStyle/>
          <a:p>
            <a:r>
              <a:rPr lang="en-US" u="sng" dirty="0" smtClean="0"/>
              <a:t>Limits of Trig Functions</a:t>
            </a:r>
            <a:endParaRPr lang="en-US" u="sng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295400" y="1981200"/>
          <a:ext cx="315883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4" name="Equation" r:id="rId3" imgW="965200" imgH="279400" progId="Equation.DSMT4">
                  <p:embed/>
                </p:oleObj>
              </mc:Choice>
              <mc:Fallback>
                <p:oleObj name="Equation" r:id="rId3" imgW="965200" imgH="2794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315883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219200" y="2971800"/>
          <a:ext cx="3325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5" name="Equation" r:id="rId5" imgW="1016000" imgH="279400" progId="Equation.DSMT4">
                  <p:embed/>
                </p:oleObj>
              </mc:Choice>
              <mc:Fallback>
                <p:oleObj name="Equation" r:id="rId5" imgW="1016000" imgH="2794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33258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295400" y="4114800"/>
          <a:ext cx="32845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6" name="Equation" r:id="rId7" imgW="1002865" imgH="279279" progId="Equation.DSMT4">
                  <p:embed/>
                </p:oleObj>
              </mc:Choice>
              <mc:Fallback>
                <p:oleObj name="Equation" r:id="rId7" imgW="1002865" imgH="279279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114800"/>
                        <a:ext cx="32845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5257800" y="2438400"/>
          <a:ext cx="3243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7" name="Equation" r:id="rId9" imgW="990170" imgH="279279" progId="Equation.DSMT4">
                  <p:embed/>
                </p:oleObj>
              </mc:Choice>
              <mc:Fallback>
                <p:oleObj name="Equation" r:id="rId9" imgW="990170" imgH="279279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438400"/>
                        <a:ext cx="324326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5181600" y="3505200"/>
          <a:ext cx="3243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8" name="Equation" r:id="rId11" imgW="990170" imgH="279279" progId="Equation.DSMT4">
                  <p:embed/>
                </p:oleObj>
              </mc:Choice>
              <mc:Fallback>
                <p:oleObj name="Equation" r:id="rId11" imgW="990170" imgH="279279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505200"/>
                        <a:ext cx="324326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5257800" y="4648200"/>
          <a:ext cx="3243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9" name="Equation" r:id="rId13" imgW="990170" imgH="279279" progId="Equation.DSMT4">
                  <p:embed/>
                </p:oleObj>
              </mc:Choice>
              <mc:Fallback>
                <p:oleObj name="Equation" r:id="rId13" imgW="990170" imgH="279279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648200"/>
                        <a:ext cx="324326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/>
          <p:cNvSpPr txBox="1">
            <a:spLocks/>
          </p:cNvSpPr>
          <p:nvPr/>
        </p:nvSpPr>
        <p:spPr bwMode="auto">
          <a:xfrm>
            <a:off x="1447800" y="990600"/>
            <a:ext cx="6705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If </a:t>
            </a:r>
            <a:r>
              <a:rPr kumimoji="0" lang="en-US" sz="2800" b="0" i="1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en-US" sz="2800" b="0" i="0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is any number in the natural domain of the stated trig function, then</a:t>
            </a:r>
            <a:r>
              <a:rPr lang="en-US" sz="2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endParaRPr kumimoji="0" lang="en-US" sz="2800" b="0" i="0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696200" cy="5715000"/>
          </a:xfrm>
        </p:spPr>
        <p:txBody>
          <a:bodyPr anchor="t"/>
          <a:lstStyle/>
          <a:p>
            <a:pPr algn="l"/>
            <a:r>
              <a:rPr lang="en-US" sz="2800" dirty="0" smtClean="0"/>
              <a:t>Examples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A)					B)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					  </a:t>
            </a:r>
            <a:br>
              <a:rPr lang="en-US" sz="2800" dirty="0" smtClean="0"/>
            </a:br>
            <a:endParaRPr lang="en-US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90900" y="2717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7" name="Equation" r:id="rId3" imgW="435285" imgH="677109" progId="Equation.DSMT4">
                  <p:embed/>
                </p:oleObj>
              </mc:Choice>
              <mc:Fallback>
                <p:oleObj name="Equation" r:id="rId3" imgW="435285" imgH="677109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7178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143000" y="1066800"/>
          <a:ext cx="21605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8" name="Equation" r:id="rId5" imgW="710891" imgH="279279" progId="Equation.DSMT4">
                  <p:embed/>
                </p:oleObj>
              </mc:Choice>
              <mc:Fallback>
                <p:oleObj name="Equation" r:id="rId5" imgW="710891" imgH="279279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66800"/>
                        <a:ext cx="2160587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/>
          <p:cNvGraphicFramePr>
            <a:graphicFrameLocks noChangeAspect="1"/>
          </p:cNvGraphicFramePr>
          <p:nvPr/>
        </p:nvGraphicFramePr>
        <p:xfrm>
          <a:off x="5410200" y="1143000"/>
          <a:ext cx="235426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9" name="Equation" r:id="rId7" imgW="774364" imgH="279279" progId="Equation.DSMT4">
                  <p:embed/>
                </p:oleObj>
              </mc:Choice>
              <mc:Fallback>
                <p:oleObj name="Equation" r:id="rId7" imgW="774364" imgH="279279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143000"/>
                        <a:ext cx="2354262" cy="84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3393000" y="1169640"/>
              <a:ext cx="5608440" cy="6613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83640" y="1160280"/>
                <a:ext cx="5627160" cy="68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696200" cy="5715000"/>
          </a:xfrm>
        </p:spPr>
        <p:txBody>
          <a:bodyPr anchor="t"/>
          <a:lstStyle/>
          <a:p>
            <a:pPr algn="l"/>
            <a:r>
              <a:rPr lang="en-US" sz="2800" dirty="0" smtClean="0"/>
              <a:t>Examples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C)					D) 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90900" y="2717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2" name="Equation" r:id="rId3" imgW="435285" imgH="677109" progId="Equation.DSMT4">
                  <p:embed/>
                </p:oleObj>
              </mc:Choice>
              <mc:Fallback>
                <p:oleObj name="Equation" r:id="rId3" imgW="435285" imgH="677109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7178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1066800" y="990600"/>
          <a:ext cx="358775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3" name="Equation" r:id="rId5" imgW="1180588" imgH="431613" progId="Equation.DSMT4">
                  <p:embed/>
                </p:oleObj>
              </mc:Choice>
              <mc:Fallback>
                <p:oleObj name="Equation" r:id="rId5" imgW="1180588" imgH="431613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90600"/>
                        <a:ext cx="3587750" cy="1311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5715000" y="914400"/>
          <a:ext cx="28162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4" name="Equation" r:id="rId7" imgW="927100" imgH="431800" progId="Equation.DSMT4">
                  <p:embed/>
                </p:oleObj>
              </mc:Choice>
              <mc:Fallback>
                <p:oleObj name="Equation" r:id="rId7" imgW="927100" imgH="4318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14400"/>
                        <a:ext cx="2816225" cy="1311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1589400" y="2223360"/>
              <a:ext cx="5652720" cy="19382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80040" y="2214000"/>
                <a:ext cx="5671440" cy="195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696200" cy="5715000"/>
          </a:xfrm>
        </p:spPr>
        <p:txBody>
          <a:bodyPr anchor="t"/>
          <a:lstStyle/>
          <a:p>
            <a:pPr algn="l"/>
            <a:r>
              <a:rPr lang="en-US" sz="2800" dirty="0" smtClean="0"/>
              <a:t>Examples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E)    					  </a:t>
            </a:r>
            <a:br>
              <a:rPr lang="en-US" sz="2800" dirty="0" smtClean="0"/>
            </a:br>
            <a:endParaRPr lang="en-US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90900" y="2717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4" name="Equation" r:id="rId3" imgW="435285" imgH="677109" progId="Equation.DSMT4">
                  <p:embed/>
                </p:oleObj>
              </mc:Choice>
              <mc:Fallback>
                <p:oleObj name="Equation" r:id="rId3" imgW="435285" imgH="677109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7178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 noChangeAspect="1"/>
          </p:cNvGraphicFramePr>
          <p:nvPr/>
        </p:nvGraphicFramePr>
        <p:xfrm>
          <a:off x="1143000" y="1219200"/>
          <a:ext cx="3352800" cy="12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5" name="Equation" r:id="rId5" imgW="1193800" imgH="431800" progId="Equation.DSMT4">
                  <p:embed/>
                </p:oleObj>
              </mc:Choice>
              <mc:Fallback>
                <p:oleObj name="Equation" r:id="rId5" imgW="1193800" imgH="4318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19200"/>
                        <a:ext cx="3352800" cy="12125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4616640" y="1303560"/>
              <a:ext cx="4072320" cy="7239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07280" y="1294200"/>
                <a:ext cx="4091040" cy="74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4400" y="0"/>
            <a:ext cx="7086600" cy="1066800"/>
          </a:xfrm>
        </p:spPr>
        <p:txBody>
          <a:bodyPr/>
          <a:lstStyle/>
          <a:p>
            <a:r>
              <a:rPr lang="en-US" u="sng" dirty="0" smtClean="0"/>
              <a:t>Theorem-Know this!!</a:t>
            </a:r>
            <a:endParaRPr lang="en-US" u="sng" dirty="0"/>
          </a:p>
        </p:txBody>
      </p:sp>
      <p:grpSp>
        <p:nvGrpSpPr>
          <p:cNvPr id="24" name="Group 23"/>
          <p:cNvGrpSpPr/>
          <p:nvPr/>
        </p:nvGrpSpPr>
        <p:grpSpPr>
          <a:xfrm>
            <a:off x="1066800" y="1219200"/>
            <a:ext cx="3048000" cy="1447800"/>
            <a:chOff x="1066800" y="1219200"/>
            <a:chExt cx="3048000" cy="1447800"/>
          </a:xfrm>
        </p:grpSpPr>
        <p:graphicFrame>
          <p:nvGraphicFramePr>
            <p:cNvPr id="8194" name="Object 2"/>
            <p:cNvGraphicFramePr>
              <a:graphicFrameLocks noChangeAspect="1"/>
            </p:cNvGraphicFramePr>
            <p:nvPr/>
          </p:nvGraphicFramePr>
          <p:xfrm>
            <a:off x="1447800" y="1371600"/>
            <a:ext cx="2362200" cy="1200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1" name="Equation" r:id="rId3" imgW="774364" imgH="393529" progId="Equation.DSMT4">
                    <p:embed/>
                  </p:oleObj>
                </mc:Choice>
                <mc:Fallback>
                  <p:oleObj name="Equation" r:id="rId3" imgW="774364" imgH="393529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1371600"/>
                          <a:ext cx="2362200" cy="1200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ounded Rectangle 11"/>
            <p:cNvSpPr/>
            <p:nvPr/>
          </p:nvSpPr>
          <p:spPr>
            <a:xfrm>
              <a:off x="1066800" y="1219200"/>
              <a:ext cx="3048000" cy="1447800"/>
            </a:xfrm>
            <a:prstGeom prst="round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00600" y="1219200"/>
            <a:ext cx="3429000" cy="1447800"/>
            <a:chOff x="4800600" y="1219200"/>
            <a:chExt cx="3429000" cy="1447800"/>
          </a:xfrm>
        </p:grpSpPr>
        <p:graphicFrame>
          <p:nvGraphicFramePr>
            <p:cNvPr id="7" name="Object 3"/>
            <p:cNvGraphicFramePr>
              <a:graphicFrameLocks noChangeAspect="1"/>
            </p:cNvGraphicFramePr>
            <p:nvPr/>
          </p:nvGraphicFramePr>
          <p:xfrm>
            <a:off x="4953000" y="1295400"/>
            <a:ext cx="3060700" cy="1200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2" name="Equation" r:id="rId5" imgW="1002865" imgH="393529" progId="Equation.DSMT4">
                    <p:embed/>
                  </p:oleObj>
                </mc:Choice>
                <mc:Fallback>
                  <p:oleObj name="Equation" r:id="rId5" imgW="1002865" imgH="393529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1295400"/>
                          <a:ext cx="3060700" cy="1200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ounded Rectangle 7"/>
            <p:cNvSpPr/>
            <p:nvPr/>
          </p:nvSpPr>
          <p:spPr>
            <a:xfrm>
              <a:off x="4800600" y="1219200"/>
              <a:ext cx="3429000" cy="1447800"/>
            </a:xfrm>
            <a:prstGeom prst="round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066800" y="3657600"/>
            <a:ext cx="3048000" cy="1447800"/>
            <a:chOff x="1066800" y="3657600"/>
            <a:chExt cx="3048000" cy="1447800"/>
          </a:xfrm>
        </p:grpSpPr>
        <p:graphicFrame>
          <p:nvGraphicFramePr>
            <p:cNvPr id="96260" name="Object 4"/>
            <p:cNvGraphicFramePr>
              <a:graphicFrameLocks noChangeAspect="1"/>
            </p:cNvGraphicFramePr>
            <p:nvPr/>
          </p:nvGraphicFramePr>
          <p:xfrm>
            <a:off x="1447800" y="3657600"/>
            <a:ext cx="2362200" cy="1200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3" name="Equation" r:id="rId7" imgW="774364" imgH="393529" progId="Equation.DSMT4">
                    <p:embed/>
                  </p:oleObj>
                </mc:Choice>
                <mc:Fallback>
                  <p:oleObj name="Equation" r:id="rId7" imgW="774364" imgH="393529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3657600"/>
                          <a:ext cx="2362200" cy="1200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ounded Rectangle 8"/>
            <p:cNvSpPr/>
            <p:nvPr/>
          </p:nvSpPr>
          <p:spPr>
            <a:xfrm>
              <a:off x="1066800" y="3657600"/>
              <a:ext cx="3048000" cy="1447800"/>
            </a:xfrm>
            <a:prstGeom prst="round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4953000" y="3962400"/>
            <a:ext cx="3048000" cy="144780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876800" y="4114800"/>
                <a:ext cx="3282245" cy="935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114800"/>
                <a:ext cx="3282245" cy="935769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 rot="5400000">
            <a:off x="5213866" y="3701534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 smtClean="0">
                <a:solidFill>
                  <a:srgbClr val="CC0000"/>
                </a:solidFill>
              </a:rPr>
              <a:t>HOWEVER</a:t>
            </a:r>
            <a:r>
              <a:rPr lang="en-US" dirty="0" smtClean="0"/>
              <a:t>;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05200" y="2143080"/>
              <a:ext cx="4884840" cy="2313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840" y="2133720"/>
                <a:ext cx="4903560" cy="233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3429000" cy="1066800"/>
          </a:xfrm>
        </p:spPr>
        <p:txBody>
          <a:bodyPr/>
          <a:lstStyle/>
          <a:p>
            <a:pPr algn="l"/>
            <a:r>
              <a:rPr lang="en-US" sz="2800" dirty="0" smtClean="0"/>
              <a:t>Example F)  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371600"/>
            <a:ext cx="7467600" cy="4495801"/>
          </a:xfrm>
        </p:spPr>
        <p:txBody>
          <a:bodyPr/>
          <a:lstStyle/>
          <a:p>
            <a:r>
              <a:rPr lang="en-US" dirty="0" smtClean="0"/>
              <a:t>Note,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Now find the limit of the inside first…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90900" y="2717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6" name="Equation" r:id="rId3" imgW="435285" imgH="677109" progId="Equation.DSMT4">
                  <p:embed/>
                </p:oleObj>
              </mc:Choice>
              <mc:Fallback>
                <p:oleObj name="Equation" r:id="rId3" imgW="435285" imgH="677109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7178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514600" y="0"/>
          <a:ext cx="2286000" cy="1085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7" name="Equation" r:id="rId5" imgW="1016000" imgH="482600" progId="Equation.DSMT4">
                  <p:embed/>
                </p:oleObj>
              </mc:Choice>
              <mc:Fallback>
                <p:oleObj name="Equation" r:id="rId5" imgW="1016000" imgH="4826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0"/>
                        <a:ext cx="2286000" cy="10856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1066800" y="4343400"/>
          <a:ext cx="52641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8" name="Equation" r:id="rId7" imgW="2082800" imgH="482600" progId="Equation.DSMT4">
                  <p:embed/>
                </p:oleObj>
              </mc:Choice>
              <mc:Fallback>
                <p:oleObj name="Equation" r:id="rId7" imgW="2082800" imgH="4826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343400"/>
                        <a:ext cx="526415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429000" y="1295400"/>
            <a:ext cx="4572000" cy="163121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spAutoFit/>
          </a:bodyPr>
          <a:lstStyle/>
          <a:p>
            <a:r>
              <a:rPr lang="en-US" sz="2000" dirty="0" smtClean="0"/>
              <a:t>A limit symbol can be moved through a function sign provided the limit of the expression inside the function sign exists and the function is continuous at this limit.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/>
              <p14:cNvContentPartPr/>
              <p14:nvPr/>
            </p14:nvContentPartPr>
            <p14:xfrm>
              <a:off x="6098760" y="3000240"/>
              <a:ext cx="2143440" cy="1464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89400" y="2990880"/>
                <a:ext cx="2162160" cy="148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819400" y="95250"/>
          <a:ext cx="1443189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0" name="Equation" r:id="rId3" imgW="583947" imgH="393529" progId="Equation.DSMT4">
                  <p:embed/>
                </p:oleObj>
              </mc:Choice>
              <mc:Fallback>
                <p:oleObj name="Equation" r:id="rId3" imgW="583947" imgH="393529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5250"/>
                        <a:ext cx="1443189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438400" y="1295400"/>
          <a:ext cx="2209800" cy="977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1" name="Equation" r:id="rId5" imgW="888614" imgH="393529" progId="Equation.DSMT4">
                  <p:embed/>
                </p:oleObj>
              </mc:Choice>
              <mc:Fallback>
                <p:oleObj name="Equation" r:id="rId5" imgW="888614" imgH="393529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5400"/>
                        <a:ext cx="2209800" cy="977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48200" y="3810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*hint:  rewrite tan </a:t>
            </a:r>
            <a:r>
              <a:rPr lang="en-US" sz="2400" i="1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x</a:t>
            </a:r>
            <a:endParaRPr lang="en-US" sz="2400" i="1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471738" y="2362200"/>
          <a:ext cx="309086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2" name="Equation" r:id="rId7" imgW="1244600" imgH="431800" progId="Equation.DSMT4">
                  <p:embed/>
                </p:oleObj>
              </mc:Choice>
              <mc:Fallback>
                <p:oleObj name="Equation" r:id="rId7" imgW="1244600" imgH="4318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2362200"/>
                        <a:ext cx="3090862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15240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Multiplication Rules…</a:t>
            </a:r>
            <a:endParaRPr lang="en-US" sz="24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33400" y="76200"/>
            <a:ext cx="3429000" cy="1066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G)  </a:t>
            </a:r>
            <a:b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CC33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657600" y="3429000"/>
            <a:ext cx="533400" cy="15240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4267200"/>
            <a:ext cx="1676400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Earlier Theorem~</a:t>
            </a:r>
            <a:endParaRPr lang="en-US" sz="2400" i="1" dirty="0">
              <a:solidFill>
                <a:schemeClr val="accent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477000" y="4038600"/>
            <a:ext cx="1676400" cy="830997"/>
            <a:chOff x="6629400" y="3505200"/>
            <a:chExt cx="1676400" cy="830997"/>
          </a:xfrm>
        </p:grpSpPr>
        <p:graphicFrame>
          <p:nvGraphicFramePr>
            <p:cNvPr id="98309" name="Object 5"/>
            <p:cNvGraphicFramePr>
              <a:graphicFrameLocks noChangeAspect="1"/>
            </p:cNvGraphicFramePr>
            <p:nvPr/>
          </p:nvGraphicFramePr>
          <p:xfrm>
            <a:off x="6629400" y="3505200"/>
            <a:ext cx="1452562" cy="803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33" name="Equation" r:id="rId9" imgW="710891" imgH="393529" progId="Equation.DSMT4">
                    <p:embed/>
                  </p:oleObj>
                </mc:Choice>
                <mc:Fallback>
                  <p:oleObj name="Equation" r:id="rId9" imgW="710891" imgH="393529" progId="Equation.DSMT4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3505200"/>
                          <a:ext cx="1452562" cy="803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Box 22"/>
            <p:cNvSpPr txBox="1"/>
            <p:nvPr/>
          </p:nvSpPr>
          <p:spPr>
            <a:xfrm>
              <a:off x="6629400" y="3505200"/>
              <a:ext cx="1676400" cy="83099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2400" dirty="0" smtClean="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endParaRPr>
            </a:p>
            <a:p>
              <a:endParaRPr lang="en-US" sz="2400" i="1" dirty="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5410200" y="4724400"/>
            <a:ext cx="1066800" cy="3810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248400" y="3733800"/>
            <a:ext cx="381000" cy="4572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8310" name="Object 6"/>
          <p:cNvGraphicFramePr>
            <a:graphicFrameLocks noChangeAspect="1"/>
          </p:cNvGraphicFramePr>
          <p:nvPr/>
        </p:nvGraphicFramePr>
        <p:xfrm>
          <a:off x="2546350" y="3429000"/>
          <a:ext cx="40068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4" name="Equation" r:id="rId11" imgW="1612900" imgH="431800" progId="Equation.DSMT4">
                  <p:embed/>
                </p:oleObj>
              </mc:Choice>
              <mc:Fallback>
                <p:oleObj name="Equation" r:id="rId11" imgW="1612900" imgH="4318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3429000"/>
                        <a:ext cx="4006850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1" name="Object 7"/>
          <p:cNvGraphicFramePr>
            <a:graphicFrameLocks noChangeAspect="1"/>
          </p:cNvGraphicFramePr>
          <p:nvPr/>
        </p:nvGraphicFramePr>
        <p:xfrm>
          <a:off x="2514600" y="5210175"/>
          <a:ext cx="4352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5" name="Equation" r:id="rId13" imgW="1752600" imgH="203200" progId="Equation.DSMT4">
                  <p:embed/>
                </p:oleObj>
              </mc:Choice>
              <mc:Fallback>
                <p:oleObj name="Equation" r:id="rId13" imgW="1752600" imgH="2032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210175"/>
                        <a:ext cx="43529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/>
              <p14:cNvContentPartPr/>
              <p14:nvPr/>
            </p14:nvContentPartPr>
            <p14:xfrm>
              <a:off x="2759040" y="732240"/>
              <a:ext cx="705960" cy="2682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49680" y="722880"/>
                <a:ext cx="724680" cy="28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95800" y="1143000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*get this to match on the bottom…</a:t>
            </a:r>
            <a:endParaRPr lang="en-US" sz="20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743200" y="228600"/>
          <a:ext cx="1675266" cy="101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8" name="Equation" r:id="rId3" imgW="647419" imgH="393529" progId="Equation.DSMT4">
                  <p:embed/>
                </p:oleObj>
              </mc:Choice>
              <mc:Fallback>
                <p:oleObj name="Equation" r:id="rId3" imgW="647419" imgH="393529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"/>
                        <a:ext cx="1675266" cy="10172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351088" y="2200275"/>
          <a:ext cx="4989512" cy="269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9" name="Equation" r:id="rId5" imgW="1930400" imgH="1041400" progId="Equation.DSMT4">
                  <p:embed/>
                </p:oleObj>
              </mc:Choice>
              <mc:Fallback>
                <p:oleObj name="Equation" r:id="rId5" imgW="1930400" imgH="10414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200275"/>
                        <a:ext cx="4989512" cy="2690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76800" y="533400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*there’s a trick here!</a:t>
            </a:r>
            <a:endParaRPr lang="en-US" sz="20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16" name="Straight Arrow Connector 15"/>
          <p:cNvCxnSpPr>
            <a:endCxn id="15" idx="3"/>
          </p:cNvCxnSpPr>
          <p:nvPr/>
        </p:nvCxnSpPr>
        <p:spPr>
          <a:xfrm flipH="1" flipV="1">
            <a:off x="3962400" y="609600"/>
            <a:ext cx="533400" cy="762000"/>
          </a:xfrm>
          <a:prstGeom prst="straightConnector1">
            <a:avLst/>
          </a:prstGeom>
          <a:ln w="19050">
            <a:solidFill>
              <a:srgbClr val="CC33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3276600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*constants can be moved through the limit</a:t>
            </a:r>
            <a:endParaRPr lang="en-US" sz="20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352800" y="2438400"/>
            <a:ext cx="2286000" cy="1066800"/>
          </a:xfrm>
          <a:prstGeom prst="straightConnector1">
            <a:avLst/>
          </a:prstGeom>
          <a:ln w="19050">
            <a:solidFill>
              <a:srgbClr val="CC33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352800" y="3505200"/>
            <a:ext cx="609600" cy="685800"/>
          </a:xfrm>
          <a:prstGeom prst="straightConnector1">
            <a:avLst/>
          </a:prstGeom>
          <a:ln w="19050">
            <a:solidFill>
              <a:srgbClr val="CC33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05400" y="2057400"/>
            <a:ext cx="2286000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33400" y="76200"/>
            <a:ext cx="3429000" cy="1066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H)  </a:t>
            </a:r>
            <a:b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CC33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505200" y="3733800"/>
            <a:ext cx="2362200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5867400" y="3810000"/>
            <a:ext cx="8382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6705600" y="3810000"/>
            <a:ext cx="6858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5955840" y="2170080"/>
              <a:ext cx="1072080" cy="1125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46480" y="2160720"/>
                <a:ext cx="1090800" cy="114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17" grpId="0" animBg="1"/>
      <p:bldP spid="1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F9FA2-A5B9-4FBD-83CB-1164F7A20BC3}" type="datetime1">
              <a:rPr lang="en-US" smtClean="0"/>
              <a:pPr/>
              <a:t>9/6/2016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Free template from www.brainybetty.com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454C7-DE8E-4DB9-94DC-D8FF9BF5AB39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24920" y="26640"/>
              <a:ext cx="6215400" cy="310788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60" y="17280"/>
                <a:ext cx="6234120" cy="312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222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819400" y="125042"/>
          <a:ext cx="1676400" cy="1017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6" name="Equation" r:id="rId3" imgW="647419" imgH="393529" progId="Equation.DSMT4">
                  <p:embed/>
                </p:oleObj>
              </mc:Choice>
              <mc:Fallback>
                <p:oleObj name="Equation" r:id="rId3" imgW="647419" imgH="393529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5042"/>
                        <a:ext cx="1676400" cy="10179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914400" y="1524000"/>
          <a:ext cx="5111750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7" name="Equation" r:id="rId5" imgW="1701800" imgH="762000" progId="Equation.DSMT4">
                  <p:embed/>
                </p:oleObj>
              </mc:Choice>
              <mc:Fallback>
                <p:oleObj name="Equation" r:id="rId5" imgW="1701800" imgH="7620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5111750" cy="228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2228850" y="3962400"/>
          <a:ext cx="6143625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8" name="Equation" r:id="rId7" imgW="2044700" imgH="762000" progId="Equation.DSMT4">
                  <p:embed/>
                </p:oleObj>
              </mc:Choice>
              <mc:Fallback>
                <p:oleObj name="Equation" r:id="rId7" imgW="2044700" imgH="7620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962400"/>
                        <a:ext cx="6143625" cy="228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 rot="5400000" flipH="1" flipV="1">
            <a:off x="3467100" y="4381500"/>
            <a:ext cx="457200" cy="381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 flipH="1" flipV="1">
            <a:off x="3467100" y="5524500"/>
            <a:ext cx="457200" cy="381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3600" y="3886200"/>
            <a:ext cx="3124200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257800" y="3886200"/>
            <a:ext cx="3124200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33400" y="76200"/>
            <a:ext cx="3429000" cy="1066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</a:t>
            </a:r>
            <a:r>
              <a:rPr lang="en-US" sz="2800" b="1" kern="0" dirty="0" smtClean="0">
                <a:solidFill>
                  <a:srgbClr val="CC3399"/>
                </a:solidFill>
                <a:latin typeface="+mj-lt"/>
                <a:ea typeface="+mj-ea"/>
                <a:cs typeface="+mj-cs"/>
              </a:rPr>
              <a:t>I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  </a:t>
            </a:r>
            <a:b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CC3399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5400" y="381000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*there’s a trick here…</a:t>
            </a:r>
            <a:endParaRPr lang="en-US" sz="20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24200" y="1600200"/>
            <a:ext cx="3124200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3" grpId="0" animBg="1"/>
      <p:bldP spid="1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www.brainybetty.com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01209-8700-4A54-B845-55DBE74E86C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743200" y="609600"/>
          <a:ext cx="4464050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6" name="Equation" r:id="rId3" imgW="1485900" imgH="762000" progId="Equation.DSMT4">
                  <p:embed/>
                </p:oleObj>
              </mc:Choice>
              <mc:Fallback>
                <p:oleObj name="Equation" r:id="rId3" imgW="1485900" imgH="7620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609600"/>
                        <a:ext cx="4464050" cy="228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0" y="990600"/>
            <a:ext cx="19050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379" name="Object 3"/>
          <p:cNvGraphicFramePr>
            <a:graphicFrameLocks noChangeAspect="1"/>
          </p:cNvGraphicFramePr>
          <p:nvPr/>
        </p:nvGraphicFramePr>
        <p:xfrm>
          <a:off x="1676400" y="3276600"/>
          <a:ext cx="299136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7" name="Equation" r:id="rId5" imgW="888614" imgH="393529" progId="Equation.DSMT4">
                  <p:embed/>
                </p:oleObj>
              </mc:Choice>
              <mc:Fallback>
                <p:oleObj name="Equation" r:id="rId5" imgW="888614" imgH="393529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276600"/>
                        <a:ext cx="2991360" cy="1322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505200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3399"/>
                </a:solidFill>
                <a:latin typeface="Tahoma" pitchFamily="34" charset="0"/>
                <a:cs typeface="Tahoma" pitchFamily="34" charset="0"/>
              </a:rPr>
              <a:t>SO, </a:t>
            </a:r>
            <a:endParaRPr lang="en-US" sz="2000" dirty="0">
              <a:solidFill>
                <a:srgbClr val="CC3399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7543800" cy="2286000"/>
          </a:xfrm>
        </p:spPr>
        <p:txBody>
          <a:bodyPr/>
          <a:lstStyle/>
          <a:p>
            <a:r>
              <a:rPr lang="en-US" sz="4000" b="1" dirty="0" smtClean="0"/>
              <a:t>Homework A15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p. 163: #3, 9, 13-25 odd, 29, 34, 35, 40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4620</TotalTime>
  <Words>247</Words>
  <Application>Microsoft Office PowerPoint</Application>
  <PresentationFormat>On-screen Show (4:3)</PresentationFormat>
  <Paragraphs>42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Cambria Math</vt:lpstr>
      <vt:lpstr>Franklin Gothic Book</vt:lpstr>
      <vt:lpstr>Perpetua</vt:lpstr>
      <vt:lpstr>Tahoma</vt:lpstr>
      <vt:lpstr>Wingdings 2</vt:lpstr>
      <vt:lpstr>Equity</vt:lpstr>
      <vt:lpstr>Equation</vt:lpstr>
      <vt:lpstr>Warm Up</vt:lpstr>
      <vt:lpstr>2.6  Trig Limits and Continuity</vt:lpstr>
      <vt:lpstr>Theorem</vt:lpstr>
      <vt:lpstr>Limits of Trig Functions</vt:lpstr>
      <vt:lpstr>Examples   A)     B)              </vt:lpstr>
      <vt:lpstr>Examples   C)     D)     </vt:lpstr>
      <vt:lpstr>Examples    E)            </vt:lpstr>
      <vt:lpstr>Theorem-Know this!!</vt:lpstr>
      <vt:lpstr>Example F)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 A15  p. 163: #3, 9, 13-25 odd, 29, 34, 35, 40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UP Simplify each rational expression:</dc:title>
  <dc:creator>Amy Ludwig</dc:creator>
  <cp:lastModifiedBy>Bernabeo, Joel</cp:lastModifiedBy>
  <cp:revision>82</cp:revision>
  <dcterms:created xsi:type="dcterms:W3CDTF">2010-10-29T19:19:56Z</dcterms:created>
  <dcterms:modified xsi:type="dcterms:W3CDTF">2016-09-06T21:23:54Z</dcterms:modified>
</cp:coreProperties>
</file>